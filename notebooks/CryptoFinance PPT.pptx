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9" r:id="rId4"/>
    <p:sldId id="257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350E"/>
    <a:srgbClr val="92D050"/>
    <a:srgbClr val="E2F3FA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6DF11B-A7C7-4679-975F-823AF08EE753}" v="6" dt="2025-11-15T13:57:15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470" autoAdjust="0"/>
  </p:normalViewPr>
  <p:slideViewPr>
    <p:cSldViewPr snapToGrid="0">
      <p:cViewPr varScale="1">
        <p:scale>
          <a:sx n="54" d="100"/>
          <a:sy n="54" d="100"/>
        </p:scale>
        <p:origin x="1148" y="44"/>
      </p:cViewPr>
      <p:guideLst/>
    </p:cSldViewPr>
  </p:slideViewPr>
  <p:notesTextViewPr>
    <p:cViewPr>
      <p:scale>
        <a:sx n="1" d="1"/>
        <a:sy n="1" d="1"/>
      </p:scale>
      <p:origin x="0" y="-41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eno, Juan Diego" userId="bbcf49bc-3289-40c0-be2c-fbe1c8911392" providerId="ADAL" clId="{E36DF11B-A7C7-4679-975F-823AF08EE753}"/>
    <pc:docChg chg="undo custSel modSld">
      <pc:chgData name="Bueno, Juan Diego" userId="bbcf49bc-3289-40c0-be2c-fbe1c8911392" providerId="ADAL" clId="{E36DF11B-A7C7-4679-975F-823AF08EE753}" dt="2025-11-15T13:57:28.623" v="593" actId="20577"/>
      <pc:docMkLst>
        <pc:docMk/>
      </pc:docMkLst>
      <pc:sldChg chg="modNotesTx">
        <pc:chgData name="Bueno, Juan Diego" userId="bbcf49bc-3289-40c0-be2c-fbe1c8911392" providerId="ADAL" clId="{E36DF11B-A7C7-4679-975F-823AF08EE753}" dt="2025-11-15T13:57:28.623" v="593" actId="20577"/>
        <pc:sldMkLst>
          <pc:docMk/>
          <pc:sldMk cId="2665352321" sldId="256"/>
        </pc:sldMkLst>
      </pc:sldChg>
      <pc:sldChg chg="modNotesTx">
        <pc:chgData name="Bueno, Juan Diego" userId="bbcf49bc-3289-40c0-be2c-fbe1c8911392" providerId="ADAL" clId="{E36DF11B-A7C7-4679-975F-823AF08EE753}" dt="2025-11-15T13:53:13.548" v="570" actId="20577"/>
        <pc:sldMkLst>
          <pc:docMk/>
          <pc:sldMk cId="1741999752" sldId="257"/>
        </pc:sldMkLst>
      </pc:sldChg>
      <pc:sldChg chg="modSp mod modNotesTx">
        <pc:chgData name="Bueno, Juan Diego" userId="bbcf49bc-3289-40c0-be2c-fbe1c8911392" providerId="ADAL" clId="{E36DF11B-A7C7-4679-975F-823AF08EE753}" dt="2025-11-15T13:34:02.090" v="312" actId="20577"/>
        <pc:sldMkLst>
          <pc:docMk/>
          <pc:sldMk cId="975578911" sldId="259"/>
        </pc:sldMkLst>
        <pc:spChg chg="mod">
          <ac:chgData name="Bueno, Juan Diego" userId="bbcf49bc-3289-40c0-be2c-fbe1c8911392" providerId="ADAL" clId="{E36DF11B-A7C7-4679-975F-823AF08EE753}" dt="2025-11-15T13:30:27.262" v="163" actId="20577"/>
          <ac:spMkLst>
            <pc:docMk/>
            <pc:sldMk cId="975578911" sldId="259"/>
            <ac:spMk id="30" creationId="{B8AED7B7-793D-CCCC-6667-887FD6E93238}"/>
          </ac:spMkLst>
        </pc:spChg>
      </pc:sldChg>
      <pc:sldChg chg="modSp mod modNotesTx">
        <pc:chgData name="Bueno, Juan Diego" userId="bbcf49bc-3289-40c0-be2c-fbe1c8911392" providerId="ADAL" clId="{E36DF11B-A7C7-4679-975F-823AF08EE753}" dt="2025-11-15T13:27:01.906" v="114" actId="20577"/>
        <pc:sldMkLst>
          <pc:docMk/>
          <pc:sldMk cId="1704856413" sldId="260"/>
        </pc:sldMkLst>
        <pc:spChg chg="mod">
          <ac:chgData name="Bueno, Juan Diego" userId="bbcf49bc-3289-40c0-be2c-fbe1c8911392" providerId="ADAL" clId="{E36DF11B-A7C7-4679-975F-823AF08EE753}" dt="2025-11-15T13:23:17.717" v="108" actId="1035"/>
          <ac:spMkLst>
            <pc:docMk/>
            <pc:sldMk cId="1704856413" sldId="260"/>
            <ac:spMk id="8" creationId="{51890BB9-4C9E-1559-1477-509C8E6A82D9}"/>
          </ac:spMkLst>
        </pc:spChg>
        <pc:spChg chg="mod">
          <ac:chgData name="Bueno, Juan Diego" userId="bbcf49bc-3289-40c0-be2c-fbe1c8911392" providerId="ADAL" clId="{E36DF11B-A7C7-4679-975F-823AF08EE753}" dt="2025-11-15T13:23:17.717" v="108" actId="1035"/>
          <ac:spMkLst>
            <pc:docMk/>
            <pc:sldMk cId="1704856413" sldId="260"/>
            <ac:spMk id="9" creationId="{92416F5E-6C68-42E3-0A42-7BF04B9687F0}"/>
          </ac:spMkLst>
        </pc:spChg>
        <pc:spChg chg="mod">
          <ac:chgData name="Bueno, Juan Diego" userId="bbcf49bc-3289-40c0-be2c-fbe1c8911392" providerId="ADAL" clId="{E36DF11B-A7C7-4679-975F-823AF08EE753}" dt="2025-11-15T13:23:17.717" v="108" actId="1035"/>
          <ac:spMkLst>
            <pc:docMk/>
            <pc:sldMk cId="1704856413" sldId="260"/>
            <ac:spMk id="11" creationId="{52EFFDAA-3A12-32C1-291C-48ED97022832}"/>
          </ac:spMkLst>
        </pc:spChg>
        <pc:spChg chg="mod">
          <ac:chgData name="Bueno, Juan Diego" userId="bbcf49bc-3289-40c0-be2c-fbe1c8911392" providerId="ADAL" clId="{E36DF11B-A7C7-4679-975F-823AF08EE753}" dt="2025-11-15T13:23:17.717" v="108" actId="1035"/>
          <ac:spMkLst>
            <pc:docMk/>
            <pc:sldMk cId="1704856413" sldId="260"/>
            <ac:spMk id="12" creationId="{E9ABD90F-8A01-A324-6708-C563E5CCB410}"/>
          </ac:spMkLst>
        </pc:spChg>
        <pc:spChg chg="mod">
          <ac:chgData name="Bueno, Juan Diego" userId="bbcf49bc-3289-40c0-be2c-fbe1c8911392" providerId="ADAL" clId="{E36DF11B-A7C7-4679-975F-823AF08EE753}" dt="2025-11-15T03:19:20.349" v="85" actId="1035"/>
          <ac:spMkLst>
            <pc:docMk/>
            <pc:sldMk cId="1704856413" sldId="260"/>
            <ac:spMk id="14" creationId="{C2456759-5809-A135-9540-A2F302185323}"/>
          </ac:spMkLst>
        </pc:spChg>
        <pc:spChg chg="mod">
          <ac:chgData name="Bueno, Juan Diego" userId="bbcf49bc-3289-40c0-be2c-fbe1c8911392" providerId="ADAL" clId="{E36DF11B-A7C7-4679-975F-823AF08EE753}" dt="2025-11-15T03:19:20.349" v="85" actId="1035"/>
          <ac:spMkLst>
            <pc:docMk/>
            <pc:sldMk cId="1704856413" sldId="260"/>
            <ac:spMk id="16" creationId="{6FC0D6EB-2C0B-F599-CC1B-22E7ED6C9DEB}"/>
          </ac:spMkLst>
        </pc:spChg>
        <pc:spChg chg="mod">
          <ac:chgData name="Bueno, Juan Diego" userId="bbcf49bc-3289-40c0-be2c-fbe1c8911392" providerId="ADAL" clId="{E36DF11B-A7C7-4679-975F-823AF08EE753}" dt="2025-11-15T03:19:20.349" v="85" actId="1035"/>
          <ac:spMkLst>
            <pc:docMk/>
            <pc:sldMk cId="1704856413" sldId="260"/>
            <ac:spMk id="18" creationId="{98353F7A-8110-C289-B8DA-9CAAC3ACFBF7}"/>
          </ac:spMkLst>
        </pc:spChg>
        <pc:picChg chg="mod">
          <ac:chgData name="Bueno, Juan Diego" userId="bbcf49bc-3289-40c0-be2c-fbe1c8911392" providerId="ADAL" clId="{E36DF11B-A7C7-4679-975F-823AF08EE753}" dt="2025-11-15T13:23:17.717" v="108" actId="1035"/>
          <ac:picMkLst>
            <pc:docMk/>
            <pc:sldMk cId="1704856413" sldId="260"/>
            <ac:picMk id="36" creationId="{193F1E49-1253-BCF8-26AF-9353B8FCA522}"/>
          </ac:picMkLst>
        </pc:picChg>
        <pc:picChg chg="mod">
          <ac:chgData name="Bueno, Juan Diego" userId="bbcf49bc-3289-40c0-be2c-fbe1c8911392" providerId="ADAL" clId="{E36DF11B-A7C7-4679-975F-823AF08EE753}" dt="2025-11-15T13:23:17.717" v="108" actId="1035"/>
          <ac:picMkLst>
            <pc:docMk/>
            <pc:sldMk cId="1704856413" sldId="260"/>
            <ac:picMk id="39" creationId="{9FA66674-1ECC-8BCC-9651-2B7C85F76C99}"/>
          </ac:picMkLst>
        </pc:picChg>
        <pc:picChg chg="mod">
          <ac:chgData name="Bueno, Juan Diego" userId="bbcf49bc-3289-40c0-be2c-fbe1c8911392" providerId="ADAL" clId="{E36DF11B-A7C7-4679-975F-823AF08EE753}" dt="2025-11-15T13:23:17.717" v="108" actId="1035"/>
          <ac:picMkLst>
            <pc:docMk/>
            <pc:sldMk cId="1704856413" sldId="260"/>
            <ac:picMk id="41" creationId="{38E618AE-83FB-8ADE-6119-19E53C05543D}"/>
          </ac:picMkLst>
        </pc:picChg>
        <pc:picChg chg="mod">
          <ac:chgData name="Bueno, Juan Diego" userId="bbcf49bc-3289-40c0-be2c-fbe1c8911392" providerId="ADAL" clId="{E36DF11B-A7C7-4679-975F-823AF08EE753}" dt="2025-11-15T13:23:17.717" v="108" actId="1035"/>
          <ac:picMkLst>
            <pc:docMk/>
            <pc:sldMk cId="1704856413" sldId="260"/>
            <ac:picMk id="43" creationId="{828E1F91-2224-23A2-E44E-3342934A75D4}"/>
          </ac:picMkLst>
        </pc:picChg>
      </pc:sldChg>
      <pc:sldChg chg="modSp mod modNotesTx">
        <pc:chgData name="Bueno, Juan Diego" userId="bbcf49bc-3289-40c0-be2c-fbe1c8911392" providerId="ADAL" clId="{E36DF11B-A7C7-4679-975F-823AF08EE753}" dt="2025-11-15T13:56:22.856" v="587" actId="20577"/>
        <pc:sldMkLst>
          <pc:docMk/>
          <pc:sldMk cId="3321351658" sldId="261"/>
        </pc:sldMkLst>
        <pc:spChg chg="mod">
          <ac:chgData name="Bueno, Juan Diego" userId="bbcf49bc-3289-40c0-be2c-fbe1c8911392" providerId="ADAL" clId="{E36DF11B-A7C7-4679-975F-823AF08EE753}" dt="2025-11-15T03:15:27.346" v="51" actId="20577"/>
          <ac:spMkLst>
            <pc:docMk/>
            <pc:sldMk cId="3321351658" sldId="261"/>
            <ac:spMk id="8" creationId="{3CFE4394-75A9-5632-879B-2E169C64F03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0D0134-B89D-4524-8EBF-2A9B3495B54E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985B7-4542-43BA-AE04-00F5A29ED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580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Welcome, everyone. </a:t>
            </a:r>
          </a:p>
          <a:p>
            <a:endParaRPr lang="en-US" dirty="0"/>
          </a:p>
          <a:p>
            <a:r>
              <a:rPr lang="en-US" dirty="0"/>
              <a:t>Today, we’re diving into one of the most dynamic and unpredictable markets in the world — </a:t>
            </a:r>
          </a:p>
          <a:p>
            <a:endParaRPr lang="en-US" dirty="0"/>
          </a:p>
          <a:p>
            <a:r>
              <a:rPr lang="en-US" dirty="0"/>
              <a:t>cryptocurrency. </a:t>
            </a:r>
          </a:p>
          <a:p>
            <a:endParaRPr lang="en-US"/>
          </a:p>
          <a:p>
            <a:r>
              <a:rPr lang="en-US"/>
              <a:t>Specifically</a:t>
            </a:r>
            <a:r>
              <a:rPr lang="en-US" dirty="0"/>
              <a:t>, Bitcoin.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985B7-4542-43BA-AE04-00F5A29ED5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51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“Crypto is one of the fastest-moving financial markets in the world. </a:t>
            </a:r>
          </a:p>
          <a:p>
            <a:endParaRPr lang="en-US" dirty="0"/>
          </a:p>
          <a:p>
            <a:r>
              <a:rPr lang="en-US" dirty="0"/>
              <a:t>Bitcoin can swing dramatically from one day to the next, </a:t>
            </a:r>
          </a:p>
          <a:p>
            <a:endParaRPr lang="en-US" dirty="0"/>
          </a:p>
          <a:p>
            <a:r>
              <a:rPr lang="en-US" dirty="0"/>
              <a:t>and those moves are driven not only by price data but also by online sentiment and market narratives.</a:t>
            </a:r>
          </a:p>
          <a:p>
            <a:endParaRPr lang="en-US" dirty="0"/>
          </a:p>
          <a:p>
            <a:r>
              <a:rPr lang="en-US" dirty="0"/>
              <a:t>For anyone trying to follow the market — students, investors, or content creators — it’s very hard to know what direction Bitcoin will take tomorrow. </a:t>
            </a:r>
          </a:p>
          <a:p>
            <a:endParaRPr lang="en-US" dirty="0"/>
          </a:p>
          <a:p>
            <a:r>
              <a:rPr lang="en-US" dirty="0"/>
              <a:t>Traditional financial models don’t work as well here </a:t>
            </a:r>
          </a:p>
          <a:p>
            <a:endParaRPr lang="en-US" dirty="0"/>
          </a:p>
          <a:p>
            <a:r>
              <a:rPr lang="en-US" dirty="0"/>
              <a:t>because crypto trades 24/7 and reacts quickly to news and social media.</a:t>
            </a:r>
          </a:p>
          <a:p>
            <a:endParaRPr lang="en-US" dirty="0"/>
          </a:p>
          <a:p>
            <a:r>
              <a:rPr lang="en-US" dirty="0"/>
              <a:t>So our goal was simple: build a machine learning tool that gives a clear signal — will Bitcoin close higher or lower tomorrow? </a:t>
            </a:r>
          </a:p>
          <a:p>
            <a:endParaRPr lang="en-US" dirty="0"/>
          </a:p>
          <a:p>
            <a:r>
              <a:rPr lang="en-US" dirty="0"/>
              <a:t>A simple Bullish or Bearish classification that helps people react to the market with more confidence.”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985B7-4542-43BA-AE04-00F5A29ED5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93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 answer that, </a:t>
            </a:r>
          </a:p>
          <a:p>
            <a:endParaRPr lang="en-US" dirty="0"/>
          </a:p>
          <a:p>
            <a:r>
              <a:rPr lang="en-US" dirty="0"/>
              <a:t>we built an end-to-end machine learning workflow that combines 3 types of information.</a:t>
            </a:r>
          </a:p>
          <a:p>
            <a:endParaRPr lang="en-US" dirty="0"/>
          </a:p>
          <a:p>
            <a:r>
              <a:rPr lang="en-US" dirty="0"/>
              <a:t>First, daily Bitcoin price. Second, weekly sentiment signals taken from on-chain analysis blogs and third social media posts. </a:t>
            </a:r>
          </a:p>
          <a:p>
            <a:endParaRPr lang="en-US" dirty="0"/>
          </a:p>
          <a:p>
            <a:r>
              <a:rPr lang="en-US" dirty="0"/>
              <a:t>We did a technical analysis, to calculate and create more variables for the model.</a:t>
            </a:r>
          </a:p>
          <a:p>
            <a:endParaRPr lang="en-US" dirty="0"/>
          </a:p>
          <a:p>
            <a:r>
              <a:rPr lang="en-US" dirty="0"/>
              <a:t>We also used both GPT-5 &amp; FinBERT to summarize those weekly commentaries and blogs </a:t>
            </a:r>
          </a:p>
          <a:p>
            <a:endParaRPr lang="en-US" dirty="0"/>
          </a:p>
          <a:p>
            <a:r>
              <a:rPr lang="en-US" dirty="0"/>
              <a:t>and label them as Bullish or Bearish </a:t>
            </a:r>
          </a:p>
          <a:p>
            <a:endParaRPr lang="en-US" dirty="0"/>
          </a:p>
          <a:p>
            <a:r>
              <a:rPr lang="en-US" dirty="0"/>
              <a:t>and then aligned those labels to each trading day.</a:t>
            </a:r>
          </a:p>
          <a:p>
            <a:endParaRPr lang="en-US" dirty="0"/>
          </a:p>
          <a:p>
            <a:r>
              <a:rPr lang="en-US" dirty="0"/>
              <a:t>After cleaning and merging the data, </a:t>
            </a:r>
          </a:p>
          <a:p>
            <a:endParaRPr lang="en-US" dirty="0"/>
          </a:p>
          <a:p>
            <a:r>
              <a:rPr lang="en-US" dirty="0"/>
              <a:t>the model learns patterns between today’s indicators — things like trends, volatility, and sentiment — and tomorrow’s direction.</a:t>
            </a:r>
          </a:p>
          <a:p>
            <a:endParaRPr lang="en-US" dirty="0"/>
          </a:p>
          <a:p>
            <a:r>
              <a:rPr lang="en-US" dirty="0"/>
              <a:t>The idea is not to predict exact prices. </a:t>
            </a:r>
          </a:p>
          <a:p>
            <a:endParaRPr lang="en-US" dirty="0"/>
          </a:p>
          <a:p>
            <a:r>
              <a:rPr lang="en-US" dirty="0"/>
              <a:t>Instead, it gives a simple next-day direction: Bullish if tomorrow is likely higher, Bearish if not.</a:t>
            </a:r>
          </a:p>
          <a:p>
            <a:endParaRPr lang="en-US" dirty="0"/>
          </a:p>
          <a:p>
            <a:r>
              <a:rPr lang="en-US" dirty="0"/>
              <a:t>This makes the output easy for non-technical users to understand and act 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985B7-4542-43BA-AE04-00F5A29ED5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79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“Our results were encouraging.</a:t>
            </a:r>
          </a:p>
          <a:p>
            <a:endParaRPr lang="en-US" dirty="0"/>
          </a:p>
          <a:p>
            <a:r>
              <a:rPr lang="en-US" dirty="0"/>
              <a:t>Our best-performing model achieved about </a:t>
            </a:r>
            <a:r>
              <a:rPr lang="en-US" b="1" dirty="0"/>
              <a:t>70% accuracy for bearish signals</a:t>
            </a:r>
            <a:r>
              <a:rPr lang="en-US" dirty="0"/>
              <a:t> on unseen data.</a:t>
            </a:r>
          </a:p>
          <a:p>
            <a:endParaRPr lang="en-US" dirty="0"/>
          </a:p>
          <a:p>
            <a:r>
              <a:rPr lang="en-US" dirty="0"/>
              <a:t>Meaning When the model predicts a price drop, </a:t>
            </a:r>
          </a:p>
          <a:p>
            <a:endParaRPr lang="en-US" dirty="0"/>
          </a:p>
          <a:p>
            <a:r>
              <a:rPr lang="en-US" dirty="0"/>
              <a:t>it’s correct roughly 7 out of 10 times. </a:t>
            </a:r>
          </a:p>
          <a:p>
            <a:endParaRPr lang="en-US" dirty="0"/>
          </a:p>
          <a:p>
            <a:r>
              <a:rPr lang="en-US" dirty="0"/>
              <a:t>That’s a strong signal in a market as volatile as crypto,</a:t>
            </a:r>
          </a:p>
          <a:p>
            <a:endParaRPr lang="en-US" dirty="0"/>
          </a:p>
          <a:p>
            <a:r>
              <a:rPr lang="en-US" dirty="0"/>
              <a:t>Specially for buying low strategies, where predicting a bearish trend can help you stock up </a:t>
            </a:r>
          </a:p>
          <a:p>
            <a:endParaRPr lang="en-US" dirty="0"/>
          </a:p>
          <a:p>
            <a:r>
              <a:rPr lang="en-US" dirty="0"/>
              <a:t>And afterwards sell high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985B7-4542-43BA-AE04-00F5A29ED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5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ahead, we’re focused on three key improvements</a:t>
            </a:r>
          </a:p>
          <a:p>
            <a:endParaRPr lang="en-US" dirty="0"/>
          </a:p>
          <a:p>
            <a:r>
              <a:rPr lang="en-US" b="1" dirty="0"/>
              <a:t>class weight balancing</a:t>
            </a:r>
            <a:r>
              <a:rPr lang="en-US" dirty="0"/>
              <a:t> — right now, </a:t>
            </a:r>
          </a:p>
          <a:p>
            <a:endParaRPr lang="en-US" dirty="0"/>
          </a:p>
          <a:p>
            <a:r>
              <a:rPr lang="en-US" dirty="0"/>
              <a:t>the model leans bearish, so we’re gathering more data to correct that bias</a:t>
            </a:r>
          </a:p>
          <a:p>
            <a:endParaRPr lang="en-US" dirty="0"/>
          </a:p>
          <a:p>
            <a:r>
              <a:rPr lang="en-US" dirty="0"/>
              <a:t>Second, </a:t>
            </a:r>
            <a:r>
              <a:rPr lang="en-US" b="1" dirty="0"/>
              <a:t>more robust modeling</a:t>
            </a:r>
            <a:r>
              <a:rPr lang="en-US" dirty="0"/>
              <a:t> — </a:t>
            </a:r>
          </a:p>
          <a:p>
            <a:endParaRPr lang="en-US" dirty="0"/>
          </a:p>
          <a:p>
            <a:r>
              <a:rPr lang="en-US" dirty="0"/>
              <a:t>adding deeper architectures and experimenting with advanced algorithms to improve predictive power.</a:t>
            </a:r>
            <a:br>
              <a:rPr lang="en-US" dirty="0"/>
            </a:br>
            <a:endParaRPr lang="en-US" dirty="0"/>
          </a:p>
          <a:p>
            <a:r>
              <a:rPr lang="en-US" dirty="0"/>
              <a:t>Finally, </a:t>
            </a:r>
            <a:r>
              <a:rPr lang="en-US" b="1" dirty="0"/>
              <a:t>feature engineering</a:t>
            </a:r>
            <a:r>
              <a:rPr lang="en-US" dirty="0"/>
              <a:t> — </a:t>
            </a:r>
          </a:p>
          <a:p>
            <a:endParaRPr lang="en-US" dirty="0"/>
          </a:p>
          <a:p>
            <a:r>
              <a:rPr lang="en-US" dirty="0"/>
              <a:t>incorporating on-chain metrics like network health, hash rates, and even macroeconomic indicators. </a:t>
            </a:r>
          </a:p>
          <a:p>
            <a:endParaRPr lang="en-US" dirty="0"/>
          </a:p>
          <a:p>
            <a:r>
              <a:rPr lang="en-US" dirty="0"/>
              <a:t>These steps will make the model smarter, more balanced, </a:t>
            </a:r>
          </a:p>
          <a:p>
            <a:endParaRPr lang="en-US" dirty="0"/>
          </a:p>
          <a:p>
            <a:r>
              <a:rPr lang="en-US" dirty="0"/>
              <a:t>and more reliable for real-world use."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985B7-4542-43BA-AE04-00F5A29ED5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04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F2987-6D11-4A1D-23FE-92E1ADB04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F6B495-CDA7-5B58-07BC-2C0A4D725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6A8BF-9A47-7596-C5AE-D11C50BBE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F024-04DF-4D5A-BE7B-C83AD145BDD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D6EBF-742E-8796-DEB3-65D1A6A89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46B33-6CD6-94FD-F281-A4B046CB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23A1-DE5E-483E-A5ED-81B91B94E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0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2353-3796-7408-4789-9FC63270A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9CAA5-8BD3-0949-FD18-C1A98A016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60702-C194-3054-9EC1-B775D64D5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F024-04DF-4D5A-BE7B-C83AD145BDD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BAD66-4937-0EC6-239A-3C671DD9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16F03-323D-77AA-E431-7988C8C6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23A1-DE5E-483E-A5ED-81B91B94E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3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BEB24-B60F-36C1-F93D-C8CF81FD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83002-27F1-8D38-BDF6-FAE57D452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73C3D-ED2D-AE4E-5C87-5FCE35A6A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F024-04DF-4D5A-BE7B-C83AD145BDD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C683B-3AB5-7853-660D-260205512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DB86A-B87A-52E7-4F9D-F497A5FAA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23A1-DE5E-483E-A5ED-81B91B94E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97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6AF83-6FBB-7CEF-8F95-0F6115590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B0168-97B9-E326-33BA-E94B7734E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88274-8DEB-37EA-6BE8-6CDBA9EE9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1DDC7-0FF1-E518-6A24-B52CD1F3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F024-04DF-4D5A-BE7B-C83AD145BDD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9E2F8-DA7C-CA0D-06A7-3B0CE75A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21A92-3BDF-EA33-764E-0F607E0A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23A1-DE5E-483E-A5ED-81B91B94E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68630-1647-31CB-AE7A-E02240AD5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51C37-4E10-1EB6-05A4-1AD2D15B2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F73B4-1A89-1E8A-ECAB-05BDA5861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98234-4F9B-54B4-0513-85BA80487C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29B32-5BD6-2C0B-B24D-E8DA53511F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014F45-0A87-1534-8703-1A179D35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F024-04DF-4D5A-BE7B-C83AD145BDD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3B449-D4E1-AC7A-C5FE-81B139D5C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13DA13-4987-C2D5-6C3C-149B7B3C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23A1-DE5E-483E-A5ED-81B91B94E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65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C42B-2F7F-FA3F-731F-1170D2588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CEB13-3FC8-F69B-D787-8C81B0A5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F024-04DF-4D5A-BE7B-C83AD145BDD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BA5C3-37CA-4EE3-3FAA-E3E8ADA1C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25F271-3EA6-E860-7443-436DEC0C9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23A1-DE5E-483E-A5ED-81B91B94E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43F41C-6978-C049-697C-5DE57E5A8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F024-04DF-4D5A-BE7B-C83AD145BDD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F5CBC-8400-C7F9-4076-F4F78A84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BD905-1689-B56F-8191-8816B7BF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23A1-DE5E-483E-A5ED-81B91B94E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9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7CD2-0F8C-056B-8B3B-81825FBC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87D25-02C6-450E-B139-4356C390C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A70F8-C90A-24EF-B88F-236B3B827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4D27B-D121-FA0C-5F4F-5DE333864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F024-04DF-4D5A-BE7B-C83AD145BDD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5051C-EC0D-CA7F-799F-F547C6C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A27C6-E2B6-864F-8D2E-5BF765DF0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23A1-DE5E-483E-A5ED-81B91B94E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17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F80BD-1AD1-C223-02E5-83F961C8D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59AEE6-72F0-CA7A-2BE9-16DA4313A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2A8716-5311-4AA2-3CB9-0139187AB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7B1A8-E7B8-9F4F-3ACA-88F15709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F024-04DF-4D5A-BE7B-C83AD145BDD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3367D-5A0D-2DAF-3A7B-9D0BACC67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AB496-BCAF-AF7D-8118-29E878884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23A1-DE5E-483E-A5ED-81B91B94E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7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EB4A8-C67E-2197-271F-763E50B6C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55159-E889-27EC-FB41-2043CFDDB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BFD0-A889-9B0C-73D3-D3B7169C2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F024-04DF-4D5A-BE7B-C83AD145BDD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0F7E0-A0D9-0FDB-0034-E0B1BC2E1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F626C-C52A-0E7D-5C0E-29A3128C1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23A1-DE5E-483E-A5ED-81B91B94E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6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036C2-46AD-DEDB-47AE-0D2292B6B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9346C-8894-D921-2875-EAFCEEE7E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7F8B3-877D-CC3B-E32A-A860B6A6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2F024-04DF-4D5A-BE7B-C83AD145BDD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9AE8C-F690-0FBC-0982-BD3FB949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4E722-390D-E4C8-F9C3-FF191536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23A1-DE5E-483E-A5ED-81B91B94E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25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A84881-4CEA-916E-51F5-2AE7FFB6C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3E62A-436A-0114-B795-5173BF64D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38E8B-81EA-28CF-A808-D716AEAF1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2F024-04DF-4D5A-BE7B-C83AD145BDD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08CE8-0565-1062-8BA7-DEE0050ED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0B864-0A49-145B-1541-C76C65144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523A1-DE5E-483E-A5ED-81B91B94E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6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n abstract background">
            <a:extLst>
              <a:ext uri="{FF2B5EF4-FFF2-40B4-BE49-F238E27FC236}">
                <a16:creationId xmlns:a16="http://schemas.microsoft.com/office/drawing/2014/main" id="{8390FB26-8778-1865-71C3-65E38A6DC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7" r="1595" b="-1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36874A-3B0E-8755-51DC-27BF9AE1E9F9}"/>
              </a:ext>
            </a:extLst>
          </p:cNvPr>
          <p:cNvSpPr txBox="1"/>
          <p:nvPr/>
        </p:nvSpPr>
        <p:spPr>
          <a:xfrm>
            <a:off x="297529" y="1582986"/>
            <a:ext cx="8008895" cy="369202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dirty="0">
                <a:latin typeface="Book Antiqua" panose="02040602050305030304" pitchFamily="18" charset="0"/>
                <a:ea typeface="+mj-ea"/>
                <a:cs typeface="+mj-cs"/>
              </a:rPr>
              <a:t>CryptoFinance</a:t>
            </a:r>
            <a:endParaRPr lang="en-US" sz="5200" dirty="0">
              <a:latin typeface="Book Antiqua" panose="02040602050305030304" pitchFamily="18" charset="0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dirty="0">
              <a:latin typeface="Book Antiqua" panose="02040602050305030304" pitchFamily="18" charset="0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dirty="0">
                <a:latin typeface="Book Antiqua" panose="02040602050305030304" pitchFamily="18" charset="0"/>
                <a:ea typeface="+mj-ea"/>
                <a:cs typeface="+mj-cs"/>
              </a:rPr>
              <a:t>Bitcoin Price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dirty="0">
                <a:latin typeface="Book Antiqua" panose="02040602050305030304" pitchFamily="18" charset="0"/>
                <a:ea typeface="+mj-ea"/>
                <a:cs typeface="+mj-cs"/>
              </a:rPr>
              <a:t>Prediction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7810F5-9E47-122F-D7E9-0A1489FAC3C4}"/>
              </a:ext>
            </a:extLst>
          </p:cNvPr>
          <p:cNvSpPr/>
          <p:nvPr/>
        </p:nvSpPr>
        <p:spPr>
          <a:xfrm>
            <a:off x="410696" y="5275014"/>
            <a:ext cx="3891280" cy="152400"/>
          </a:xfrm>
          <a:prstGeom prst="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5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1871D-81CC-F337-48F0-3E7650AC6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A1BE88C-366E-B6E6-EB6F-980A182F49A2}"/>
              </a:ext>
            </a:extLst>
          </p:cNvPr>
          <p:cNvSpPr/>
          <p:nvPr/>
        </p:nvSpPr>
        <p:spPr>
          <a:xfrm>
            <a:off x="0" y="0"/>
            <a:ext cx="6096000" cy="6876476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20735F-491C-2306-A084-C1E9E47A33FC}"/>
              </a:ext>
            </a:extLst>
          </p:cNvPr>
          <p:cNvSpPr/>
          <p:nvPr/>
        </p:nvSpPr>
        <p:spPr>
          <a:xfrm rot="10800000">
            <a:off x="6096000" y="0"/>
            <a:ext cx="6096000" cy="6876476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90000"/>
                  <a:alpha val="0"/>
                </a:schemeClr>
              </a:gs>
              <a:gs pos="0">
                <a:schemeClr val="bg1">
                  <a:lumMod val="7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6B23B4-9A71-F615-CFC7-CA22E989D9A0}"/>
              </a:ext>
            </a:extLst>
          </p:cNvPr>
          <p:cNvSpPr/>
          <p:nvPr/>
        </p:nvSpPr>
        <p:spPr>
          <a:xfrm>
            <a:off x="0" y="733494"/>
            <a:ext cx="2872465" cy="45719"/>
          </a:xfrm>
          <a:prstGeom prst="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02E504-0E1C-5AB2-404F-62AC28DF6072}"/>
              </a:ext>
            </a:extLst>
          </p:cNvPr>
          <p:cNvSpPr txBox="1"/>
          <p:nvPr/>
        </p:nvSpPr>
        <p:spPr>
          <a:xfrm>
            <a:off x="915257" y="284480"/>
            <a:ext cx="2214023" cy="44901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>
                <a:latin typeface="Book Antiqua" panose="02040602050305030304" pitchFamily="18" charset="0"/>
                <a:ea typeface="+mj-ea"/>
                <a:cs typeface="+mj-cs"/>
              </a:rPr>
              <a:t>The Problem</a:t>
            </a:r>
            <a:endParaRPr lang="en-US" sz="2000" dirty="0">
              <a:latin typeface="Book Antiqua" panose="02040602050305030304" pitchFamily="18" charset="0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90BB9-4C9E-1559-1477-509C8E6A82D9}"/>
              </a:ext>
            </a:extLst>
          </p:cNvPr>
          <p:cNvSpPr txBox="1"/>
          <p:nvPr/>
        </p:nvSpPr>
        <p:spPr>
          <a:xfrm>
            <a:off x="1062148" y="1785591"/>
            <a:ext cx="6096000" cy="66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Crypto moves fast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People struggle to tell where Bitcoin is heading.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16F5E-6C68-42E3-0A42-7BF04B9687F0}"/>
              </a:ext>
            </a:extLst>
          </p:cNvPr>
          <p:cNvSpPr txBox="1"/>
          <p:nvPr/>
        </p:nvSpPr>
        <p:spPr>
          <a:xfrm>
            <a:off x="1062148" y="3091876"/>
            <a:ext cx="6096000" cy="66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Bitcoin volatility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being influenced by news, sentiment, and speculation.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EFFDAA-3A12-32C1-291C-48ED97022832}"/>
              </a:ext>
            </a:extLst>
          </p:cNvPr>
          <p:cNvSpPr txBox="1"/>
          <p:nvPr/>
        </p:nvSpPr>
        <p:spPr>
          <a:xfrm>
            <a:off x="1062148" y="5484640"/>
            <a:ext cx="8295212" cy="88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Bitcoin behaves differently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financial models do not work well because crypto trades 24/7 and reacts heavily to online sentiment.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ABD90F-8A01-A324-6708-C563E5CCB410}"/>
              </a:ext>
            </a:extLst>
          </p:cNvPr>
          <p:cNvSpPr txBox="1"/>
          <p:nvPr/>
        </p:nvSpPr>
        <p:spPr>
          <a:xfrm>
            <a:off x="1062148" y="4357698"/>
            <a:ext cx="8295212" cy="66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Stakeholder uncertainty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Retail investors and analysts want a simple signal: “Will Bitcoin be up or down tomorrow?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456759-5809-A135-9540-A2F302185323}"/>
              </a:ext>
            </a:extLst>
          </p:cNvPr>
          <p:cNvSpPr txBox="1"/>
          <p:nvPr/>
        </p:nvSpPr>
        <p:spPr>
          <a:xfrm>
            <a:off x="7152640" y="2910514"/>
            <a:ext cx="503936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an easy-to-use model that classifies next-day Bitcoin direction so investors can invest with confidence.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C0D6EB-2C0B-F599-CC1B-22E7ED6C9DEB}"/>
              </a:ext>
            </a:extLst>
          </p:cNvPr>
          <p:cNvSpPr/>
          <p:nvPr/>
        </p:nvSpPr>
        <p:spPr>
          <a:xfrm>
            <a:off x="9319535" y="2300674"/>
            <a:ext cx="2872465" cy="45719"/>
          </a:xfrm>
          <a:prstGeom prst="rect">
            <a:avLst/>
          </a:prstGeom>
          <a:solidFill>
            <a:schemeClr val="tx1">
              <a:lumMod val="75000"/>
              <a:lumOff val="2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353F7A-8110-C289-B8DA-9CAAC3ACFBF7}"/>
              </a:ext>
            </a:extLst>
          </p:cNvPr>
          <p:cNvSpPr txBox="1"/>
          <p:nvPr/>
        </p:nvSpPr>
        <p:spPr>
          <a:xfrm>
            <a:off x="9648755" y="1846580"/>
            <a:ext cx="2214023" cy="44901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>
                <a:latin typeface="Book Antiqua" panose="02040602050305030304" pitchFamily="18" charset="0"/>
                <a:ea typeface="+mj-ea"/>
                <a:cs typeface="+mj-cs"/>
              </a:rPr>
              <a:t>Our Goal</a:t>
            </a:r>
            <a:endParaRPr lang="en-US" sz="2000" dirty="0">
              <a:latin typeface="Book Antiqua" panose="02040602050305030304" pitchFamily="18" charset="0"/>
              <a:ea typeface="+mj-ea"/>
              <a:cs typeface="+mj-cs"/>
            </a:endParaRPr>
          </a:p>
        </p:txBody>
      </p:sp>
      <p:pic>
        <p:nvPicPr>
          <p:cNvPr id="36" name="Graphic 35" descr="Rabbit with solid fill">
            <a:extLst>
              <a:ext uri="{FF2B5EF4-FFF2-40B4-BE49-F238E27FC236}">
                <a16:creationId xmlns:a16="http://schemas.microsoft.com/office/drawing/2014/main" id="{193F1E49-1253-BCF8-26AF-9353B8FCA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781" y="1785591"/>
            <a:ext cx="612475" cy="6124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" name="Graphic 38" descr="Volcano with solid fill">
            <a:extLst>
              <a:ext uri="{FF2B5EF4-FFF2-40B4-BE49-F238E27FC236}">
                <a16:creationId xmlns:a16="http://schemas.microsoft.com/office/drawing/2014/main" id="{9FA66674-1ECC-8BCC-9651-2B7C85F76C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2779" y="3064774"/>
            <a:ext cx="612475" cy="6124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" name="Graphic 40" descr="Help with solid fill">
            <a:extLst>
              <a:ext uri="{FF2B5EF4-FFF2-40B4-BE49-F238E27FC236}">
                <a16:creationId xmlns:a16="http://schemas.microsoft.com/office/drawing/2014/main" id="{38E618AE-83FB-8ADE-6119-19E53C0554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2779" y="4343957"/>
            <a:ext cx="612475" cy="6124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3" name="Graphic 42" descr="Alien Face with solid fill">
            <a:extLst>
              <a:ext uri="{FF2B5EF4-FFF2-40B4-BE49-F238E27FC236}">
                <a16:creationId xmlns:a16="http://schemas.microsoft.com/office/drawing/2014/main" id="{828E1F91-2224-23A2-E44E-3342934A75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2779" y="5623140"/>
            <a:ext cx="612475" cy="6124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4856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704A5-4647-6461-0BCF-32995AFF1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6FE968E4-8BAB-ED65-A31C-000706ABC050}"/>
              </a:ext>
            </a:extLst>
          </p:cNvPr>
          <p:cNvSpPr/>
          <p:nvPr/>
        </p:nvSpPr>
        <p:spPr>
          <a:xfrm>
            <a:off x="0" y="0"/>
            <a:ext cx="6096000" cy="6876476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0"/>
                </a:schemeClr>
              </a:gs>
              <a:gs pos="0">
                <a:schemeClr val="accent1">
                  <a:lumMod val="30000"/>
                  <a:lumOff val="7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414DB5A2-61D7-B648-EA5D-89BD4BEAA9EB}"/>
              </a:ext>
            </a:extLst>
          </p:cNvPr>
          <p:cNvSpPr/>
          <p:nvPr/>
        </p:nvSpPr>
        <p:spPr>
          <a:xfrm>
            <a:off x="3348917" y="3777325"/>
            <a:ext cx="6467201" cy="1629080"/>
          </a:xfrm>
          <a:custGeom>
            <a:avLst/>
            <a:gdLst>
              <a:gd name="connsiteX0" fmla="*/ 20277 w 6467201"/>
              <a:gd name="connsiteY0" fmla="*/ 0 h 1629080"/>
              <a:gd name="connsiteX1" fmla="*/ 6446924 w 6467201"/>
              <a:gd name="connsiteY1" fmla="*/ 0 h 1629080"/>
              <a:gd name="connsiteX2" fmla="*/ 6467201 w 6467201"/>
              <a:gd name="connsiteY2" fmla="*/ 20277 h 1629080"/>
              <a:gd name="connsiteX3" fmla="*/ 6467201 w 6467201"/>
              <a:gd name="connsiteY3" fmla="*/ 525528 h 1629080"/>
              <a:gd name="connsiteX4" fmla="*/ 6446924 w 6467201"/>
              <a:gd name="connsiteY4" fmla="*/ 545805 h 1629080"/>
              <a:gd name="connsiteX5" fmla="*/ 6013366 w 6467201"/>
              <a:gd name="connsiteY5" fmla="*/ 545805 h 1629080"/>
              <a:gd name="connsiteX6" fmla="*/ 6013366 w 6467201"/>
              <a:gd name="connsiteY6" fmla="*/ 655296 h 1629080"/>
              <a:gd name="connsiteX7" fmla="*/ 6424558 w 6467201"/>
              <a:gd name="connsiteY7" fmla="*/ 655296 h 1629080"/>
              <a:gd name="connsiteX8" fmla="*/ 6460734 w 6467201"/>
              <a:gd name="connsiteY8" fmla="*/ 691472 h 1629080"/>
              <a:gd name="connsiteX9" fmla="*/ 6460734 w 6467201"/>
              <a:gd name="connsiteY9" fmla="*/ 1592904 h 1629080"/>
              <a:gd name="connsiteX10" fmla="*/ 6424558 w 6467201"/>
              <a:gd name="connsiteY10" fmla="*/ 1629080 h 1629080"/>
              <a:gd name="connsiteX11" fmla="*/ 5277220 w 6467201"/>
              <a:gd name="connsiteY11" fmla="*/ 1629080 h 1629080"/>
              <a:gd name="connsiteX12" fmla="*/ 5241044 w 6467201"/>
              <a:gd name="connsiteY12" fmla="*/ 1592904 h 1629080"/>
              <a:gd name="connsiteX13" fmla="*/ 5241044 w 6467201"/>
              <a:gd name="connsiteY13" fmla="*/ 691472 h 1629080"/>
              <a:gd name="connsiteX14" fmla="*/ 5277220 w 6467201"/>
              <a:gd name="connsiteY14" fmla="*/ 655296 h 1629080"/>
              <a:gd name="connsiteX15" fmla="*/ 5666431 w 6467201"/>
              <a:gd name="connsiteY15" fmla="*/ 655296 h 1629080"/>
              <a:gd name="connsiteX16" fmla="*/ 5666431 w 6467201"/>
              <a:gd name="connsiteY16" fmla="*/ 545805 h 1629080"/>
              <a:gd name="connsiteX17" fmla="*/ 4703196 w 6467201"/>
              <a:gd name="connsiteY17" fmla="*/ 545805 h 1629080"/>
              <a:gd name="connsiteX18" fmla="*/ 4703196 w 6467201"/>
              <a:gd name="connsiteY18" fmla="*/ 655296 h 1629080"/>
              <a:gd name="connsiteX19" fmla="*/ 5110368 w 6467201"/>
              <a:gd name="connsiteY19" fmla="*/ 655296 h 1629080"/>
              <a:gd name="connsiteX20" fmla="*/ 5146544 w 6467201"/>
              <a:gd name="connsiteY20" fmla="*/ 691472 h 1629080"/>
              <a:gd name="connsiteX21" fmla="*/ 5146544 w 6467201"/>
              <a:gd name="connsiteY21" fmla="*/ 1592904 h 1629080"/>
              <a:gd name="connsiteX22" fmla="*/ 5110368 w 6467201"/>
              <a:gd name="connsiteY22" fmla="*/ 1629080 h 1629080"/>
              <a:gd name="connsiteX23" fmla="*/ 3963030 w 6467201"/>
              <a:gd name="connsiteY23" fmla="*/ 1629080 h 1629080"/>
              <a:gd name="connsiteX24" fmla="*/ 3926854 w 6467201"/>
              <a:gd name="connsiteY24" fmla="*/ 1592904 h 1629080"/>
              <a:gd name="connsiteX25" fmla="*/ 3926854 w 6467201"/>
              <a:gd name="connsiteY25" fmla="*/ 691472 h 1629080"/>
              <a:gd name="connsiteX26" fmla="*/ 3963030 w 6467201"/>
              <a:gd name="connsiteY26" fmla="*/ 655296 h 1629080"/>
              <a:gd name="connsiteX27" fmla="*/ 4356260 w 6467201"/>
              <a:gd name="connsiteY27" fmla="*/ 655296 h 1629080"/>
              <a:gd name="connsiteX28" fmla="*/ 4356260 w 6467201"/>
              <a:gd name="connsiteY28" fmla="*/ 545805 h 1629080"/>
              <a:gd name="connsiteX29" fmla="*/ 3399121 w 6467201"/>
              <a:gd name="connsiteY29" fmla="*/ 545805 h 1629080"/>
              <a:gd name="connsiteX30" fmla="*/ 3399121 w 6467201"/>
              <a:gd name="connsiteY30" fmla="*/ 655296 h 1629080"/>
              <a:gd name="connsiteX31" fmla="*/ 3799987 w 6467201"/>
              <a:gd name="connsiteY31" fmla="*/ 655296 h 1629080"/>
              <a:gd name="connsiteX32" fmla="*/ 3836163 w 6467201"/>
              <a:gd name="connsiteY32" fmla="*/ 691472 h 1629080"/>
              <a:gd name="connsiteX33" fmla="*/ 3836163 w 6467201"/>
              <a:gd name="connsiteY33" fmla="*/ 1592904 h 1629080"/>
              <a:gd name="connsiteX34" fmla="*/ 3799987 w 6467201"/>
              <a:gd name="connsiteY34" fmla="*/ 1629080 h 1629080"/>
              <a:gd name="connsiteX35" fmla="*/ 2652649 w 6467201"/>
              <a:gd name="connsiteY35" fmla="*/ 1629080 h 1629080"/>
              <a:gd name="connsiteX36" fmla="*/ 2616473 w 6467201"/>
              <a:gd name="connsiteY36" fmla="*/ 1592904 h 1629080"/>
              <a:gd name="connsiteX37" fmla="*/ 2616473 w 6467201"/>
              <a:gd name="connsiteY37" fmla="*/ 691472 h 1629080"/>
              <a:gd name="connsiteX38" fmla="*/ 2652649 w 6467201"/>
              <a:gd name="connsiteY38" fmla="*/ 655296 h 1629080"/>
              <a:gd name="connsiteX39" fmla="*/ 3052186 w 6467201"/>
              <a:gd name="connsiteY39" fmla="*/ 655296 h 1629080"/>
              <a:gd name="connsiteX40" fmla="*/ 3052186 w 6467201"/>
              <a:gd name="connsiteY40" fmla="*/ 545805 h 1629080"/>
              <a:gd name="connsiteX41" fmla="*/ 2095047 w 6467201"/>
              <a:gd name="connsiteY41" fmla="*/ 545805 h 1629080"/>
              <a:gd name="connsiteX42" fmla="*/ 2095047 w 6467201"/>
              <a:gd name="connsiteY42" fmla="*/ 655296 h 1629080"/>
              <a:gd name="connsiteX43" fmla="*/ 2495249 w 6467201"/>
              <a:gd name="connsiteY43" fmla="*/ 655296 h 1629080"/>
              <a:gd name="connsiteX44" fmla="*/ 2531425 w 6467201"/>
              <a:gd name="connsiteY44" fmla="*/ 691472 h 1629080"/>
              <a:gd name="connsiteX45" fmla="*/ 2531425 w 6467201"/>
              <a:gd name="connsiteY45" fmla="*/ 1592904 h 1629080"/>
              <a:gd name="connsiteX46" fmla="*/ 2495249 w 6467201"/>
              <a:gd name="connsiteY46" fmla="*/ 1629080 h 1629080"/>
              <a:gd name="connsiteX47" fmla="*/ 1347911 w 6467201"/>
              <a:gd name="connsiteY47" fmla="*/ 1629080 h 1629080"/>
              <a:gd name="connsiteX48" fmla="*/ 1311735 w 6467201"/>
              <a:gd name="connsiteY48" fmla="*/ 1592904 h 1629080"/>
              <a:gd name="connsiteX49" fmla="*/ 1311735 w 6467201"/>
              <a:gd name="connsiteY49" fmla="*/ 691472 h 1629080"/>
              <a:gd name="connsiteX50" fmla="*/ 1347911 w 6467201"/>
              <a:gd name="connsiteY50" fmla="*/ 655296 h 1629080"/>
              <a:gd name="connsiteX51" fmla="*/ 1748112 w 6467201"/>
              <a:gd name="connsiteY51" fmla="*/ 655296 h 1629080"/>
              <a:gd name="connsiteX52" fmla="*/ 1748112 w 6467201"/>
              <a:gd name="connsiteY52" fmla="*/ 545805 h 1629080"/>
              <a:gd name="connsiteX53" fmla="*/ 788295 w 6467201"/>
              <a:gd name="connsiteY53" fmla="*/ 545805 h 1629080"/>
              <a:gd name="connsiteX54" fmla="*/ 788295 w 6467201"/>
              <a:gd name="connsiteY54" fmla="*/ 655296 h 1629080"/>
              <a:gd name="connsiteX55" fmla="*/ 1188497 w 6467201"/>
              <a:gd name="connsiteY55" fmla="*/ 655296 h 1629080"/>
              <a:gd name="connsiteX56" fmla="*/ 1224673 w 6467201"/>
              <a:gd name="connsiteY56" fmla="*/ 691472 h 1629080"/>
              <a:gd name="connsiteX57" fmla="*/ 1224673 w 6467201"/>
              <a:gd name="connsiteY57" fmla="*/ 1592904 h 1629080"/>
              <a:gd name="connsiteX58" fmla="*/ 1188497 w 6467201"/>
              <a:gd name="connsiteY58" fmla="*/ 1629080 h 1629080"/>
              <a:gd name="connsiteX59" fmla="*/ 41159 w 6467201"/>
              <a:gd name="connsiteY59" fmla="*/ 1629080 h 1629080"/>
              <a:gd name="connsiteX60" fmla="*/ 4983 w 6467201"/>
              <a:gd name="connsiteY60" fmla="*/ 1592904 h 1629080"/>
              <a:gd name="connsiteX61" fmla="*/ 4983 w 6467201"/>
              <a:gd name="connsiteY61" fmla="*/ 691472 h 1629080"/>
              <a:gd name="connsiteX62" fmla="*/ 41159 w 6467201"/>
              <a:gd name="connsiteY62" fmla="*/ 655296 h 1629080"/>
              <a:gd name="connsiteX63" fmla="*/ 441360 w 6467201"/>
              <a:gd name="connsiteY63" fmla="*/ 655296 h 1629080"/>
              <a:gd name="connsiteX64" fmla="*/ 441360 w 6467201"/>
              <a:gd name="connsiteY64" fmla="*/ 545805 h 1629080"/>
              <a:gd name="connsiteX65" fmla="*/ 20277 w 6467201"/>
              <a:gd name="connsiteY65" fmla="*/ 545805 h 1629080"/>
              <a:gd name="connsiteX66" fmla="*/ 0 w 6467201"/>
              <a:gd name="connsiteY66" fmla="*/ 525528 h 1629080"/>
              <a:gd name="connsiteX67" fmla="*/ 0 w 6467201"/>
              <a:gd name="connsiteY67" fmla="*/ 20277 h 1629080"/>
              <a:gd name="connsiteX68" fmla="*/ 20277 w 6467201"/>
              <a:gd name="connsiteY68" fmla="*/ 0 h 162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467201" h="1629080">
                <a:moveTo>
                  <a:pt x="20277" y="0"/>
                </a:moveTo>
                <a:lnTo>
                  <a:pt x="6446924" y="0"/>
                </a:lnTo>
                <a:cubicBezTo>
                  <a:pt x="6458123" y="0"/>
                  <a:pt x="6467201" y="9078"/>
                  <a:pt x="6467201" y="20277"/>
                </a:cubicBezTo>
                <a:lnTo>
                  <a:pt x="6467201" y="525528"/>
                </a:lnTo>
                <a:cubicBezTo>
                  <a:pt x="6467201" y="536727"/>
                  <a:pt x="6458123" y="545805"/>
                  <a:pt x="6446924" y="545805"/>
                </a:cubicBezTo>
                <a:lnTo>
                  <a:pt x="6013366" y="545805"/>
                </a:lnTo>
                <a:lnTo>
                  <a:pt x="6013366" y="655296"/>
                </a:lnTo>
                <a:lnTo>
                  <a:pt x="6424558" y="655296"/>
                </a:lnTo>
                <a:cubicBezTo>
                  <a:pt x="6444537" y="655296"/>
                  <a:pt x="6460734" y="671493"/>
                  <a:pt x="6460734" y="691472"/>
                </a:cubicBezTo>
                <a:lnTo>
                  <a:pt x="6460734" y="1592904"/>
                </a:lnTo>
                <a:cubicBezTo>
                  <a:pt x="6460734" y="1612883"/>
                  <a:pt x="6444537" y="1629080"/>
                  <a:pt x="6424558" y="1629080"/>
                </a:cubicBezTo>
                <a:lnTo>
                  <a:pt x="5277220" y="1629080"/>
                </a:lnTo>
                <a:cubicBezTo>
                  <a:pt x="5257241" y="1629080"/>
                  <a:pt x="5241044" y="1612883"/>
                  <a:pt x="5241044" y="1592904"/>
                </a:cubicBezTo>
                <a:lnTo>
                  <a:pt x="5241044" y="691472"/>
                </a:lnTo>
                <a:cubicBezTo>
                  <a:pt x="5241044" y="671493"/>
                  <a:pt x="5257241" y="655296"/>
                  <a:pt x="5277220" y="655296"/>
                </a:cubicBezTo>
                <a:lnTo>
                  <a:pt x="5666431" y="655296"/>
                </a:lnTo>
                <a:lnTo>
                  <a:pt x="5666431" y="545805"/>
                </a:lnTo>
                <a:lnTo>
                  <a:pt x="4703196" y="545805"/>
                </a:lnTo>
                <a:lnTo>
                  <a:pt x="4703196" y="655296"/>
                </a:lnTo>
                <a:lnTo>
                  <a:pt x="5110368" y="655296"/>
                </a:lnTo>
                <a:cubicBezTo>
                  <a:pt x="5130347" y="655296"/>
                  <a:pt x="5146544" y="671493"/>
                  <a:pt x="5146544" y="691472"/>
                </a:cubicBezTo>
                <a:lnTo>
                  <a:pt x="5146544" y="1592904"/>
                </a:lnTo>
                <a:cubicBezTo>
                  <a:pt x="5146544" y="1612883"/>
                  <a:pt x="5130347" y="1629080"/>
                  <a:pt x="5110368" y="1629080"/>
                </a:cubicBezTo>
                <a:lnTo>
                  <a:pt x="3963030" y="1629080"/>
                </a:lnTo>
                <a:cubicBezTo>
                  <a:pt x="3943051" y="1629080"/>
                  <a:pt x="3926854" y="1612883"/>
                  <a:pt x="3926854" y="1592904"/>
                </a:cubicBezTo>
                <a:lnTo>
                  <a:pt x="3926854" y="691472"/>
                </a:lnTo>
                <a:cubicBezTo>
                  <a:pt x="3926854" y="671493"/>
                  <a:pt x="3943051" y="655296"/>
                  <a:pt x="3963030" y="655296"/>
                </a:cubicBezTo>
                <a:lnTo>
                  <a:pt x="4356260" y="655296"/>
                </a:lnTo>
                <a:lnTo>
                  <a:pt x="4356260" y="545805"/>
                </a:lnTo>
                <a:lnTo>
                  <a:pt x="3399121" y="545805"/>
                </a:lnTo>
                <a:lnTo>
                  <a:pt x="3399121" y="655296"/>
                </a:lnTo>
                <a:lnTo>
                  <a:pt x="3799987" y="655296"/>
                </a:lnTo>
                <a:cubicBezTo>
                  <a:pt x="3819966" y="655296"/>
                  <a:pt x="3836163" y="671493"/>
                  <a:pt x="3836163" y="691472"/>
                </a:cubicBezTo>
                <a:lnTo>
                  <a:pt x="3836163" y="1592904"/>
                </a:lnTo>
                <a:cubicBezTo>
                  <a:pt x="3836163" y="1612883"/>
                  <a:pt x="3819966" y="1629080"/>
                  <a:pt x="3799987" y="1629080"/>
                </a:cubicBezTo>
                <a:lnTo>
                  <a:pt x="2652649" y="1629080"/>
                </a:lnTo>
                <a:cubicBezTo>
                  <a:pt x="2632670" y="1629080"/>
                  <a:pt x="2616473" y="1612883"/>
                  <a:pt x="2616473" y="1592904"/>
                </a:cubicBezTo>
                <a:lnTo>
                  <a:pt x="2616473" y="691472"/>
                </a:lnTo>
                <a:cubicBezTo>
                  <a:pt x="2616473" y="671493"/>
                  <a:pt x="2632670" y="655296"/>
                  <a:pt x="2652649" y="655296"/>
                </a:cubicBezTo>
                <a:lnTo>
                  <a:pt x="3052186" y="655296"/>
                </a:lnTo>
                <a:lnTo>
                  <a:pt x="3052186" y="545805"/>
                </a:lnTo>
                <a:lnTo>
                  <a:pt x="2095047" y="545805"/>
                </a:lnTo>
                <a:lnTo>
                  <a:pt x="2095047" y="655296"/>
                </a:lnTo>
                <a:lnTo>
                  <a:pt x="2495249" y="655296"/>
                </a:lnTo>
                <a:cubicBezTo>
                  <a:pt x="2515228" y="655296"/>
                  <a:pt x="2531425" y="671493"/>
                  <a:pt x="2531425" y="691472"/>
                </a:cubicBezTo>
                <a:lnTo>
                  <a:pt x="2531425" y="1592904"/>
                </a:lnTo>
                <a:cubicBezTo>
                  <a:pt x="2531425" y="1612883"/>
                  <a:pt x="2515228" y="1629080"/>
                  <a:pt x="2495249" y="1629080"/>
                </a:cubicBezTo>
                <a:lnTo>
                  <a:pt x="1347911" y="1629080"/>
                </a:lnTo>
                <a:cubicBezTo>
                  <a:pt x="1327932" y="1629080"/>
                  <a:pt x="1311735" y="1612883"/>
                  <a:pt x="1311735" y="1592904"/>
                </a:cubicBezTo>
                <a:lnTo>
                  <a:pt x="1311735" y="691472"/>
                </a:lnTo>
                <a:cubicBezTo>
                  <a:pt x="1311735" y="671493"/>
                  <a:pt x="1327932" y="655296"/>
                  <a:pt x="1347911" y="655296"/>
                </a:cubicBezTo>
                <a:lnTo>
                  <a:pt x="1748112" y="655296"/>
                </a:lnTo>
                <a:lnTo>
                  <a:pt x="1748112" y="545805"/>
                </a:lnTo>
                <a:lnTo>
                  <a:pt x="788295" y="545805"/>
                </a:lnTo>
                <a:lnTo>
                  <a:pt x="788295" y="655296"/>
                </a:lnTo>
                <a:lnTo>
                  <a:pt x="1188497" y="655296"/>
                </a:lnTo>
                <a:cubicBezTo>
                  <a:pt x="1208476" y="655296"/>
                  <a:pt x="1224673" y="671493"/>
                  <a:pt x="1224673" y="691472"/>
                </a:cubicBezTo>
                <a:lnTo>
                  <a:pt x="1224673" y="1592904"/>
                </a:lnTo>
                <a:cubicBezTo>
                  <a:pt x="1224673" y="1612883"/>
                  <a:pt x="1208476" y="1629080"/>
                  <a:pt x="1188497" y="1629080"/>
                </a:cubicBezTo>
                <a:lnTo>
                  <a:pt x="41159" y="1629080"/>
                </a:lnTo>
                <a:cubicBezTo>
                  <a:pt x="21180" y="1629080"/>
                  <a:pt x="4983" y="1612883"/>
                  <a:pt x="4983" y="1592904"/>
                </a:cubicBezTo>
                <a:lnTo>
                  <a:pt x="4983" y="691472"/>
                </a:lnTo>
                <a:cubicBezTo>
                  <a:pt x="4983" y="671493"/>
                  <a:pt x="21180" y="655296"/>
                  <a:pt x="41159" y="655296"/>
                </a:cubicBezTo>
                <a:lnTo>
                  <a:pt x="441360" y="655296"/>
                </a:lnTo>
                <a:lnTo>
                  <a:pt x="441360" y="545805"/>
                </a:lnTo>
                <a:lnTo>
                  <a:pt x="20277" y="545805"/>
                </a:lnTo>
                <a:cubicBezTo>
                  <a:pt x="9078" y="545805"/>
                  <a:pt x="0" y="536727"/>
                  <a:pt x="0" y="525528"/>
                </a:cubicBezTo>
                <a:lnTo>
                  <a:pt x="0" y="20277"/>
                </a:lnTo>
                <a:cubicBezTo>
                  <a:pt x="0" y="9078"/>
                  <a:pt x="9078" y="0"/>
                  <a:pt x="2027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A78826-03E0-4354-13A9-E87D817A53F2}"/>
              </a:ext>
            </a:extLst>
          </p:cNvPr>
          <p:cNvSpPr/>
          <p:nvPr/>
        </p:nvSpPr>
        <p:spPr>
          <a:xfrm>
            <a:off x="0" y="867548"/>
            <a:ext cx="2872465" cy="45719"/>
          </a:xfrm>
          <a:prstGeom prst="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AD8DCE-A935-9D52-AC59-0550182BA5CC}"/>
              </a:ext>
            </a:extLst>
          </p:cNvPr>
          <p:cNvSpPr txBox="1"/>
          <p:nvPr/>
        </p:nvSpPr>
        <p:spPr>
          <a:xfrm>
            <a:off x="915257" y="418534"/>
            <a:ext cx="2214023" cy="44901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>
                <a:latin typeface="Book Antiqua" panose="02040602050305030304" pitchFamily="18" charset="0"/>
                <a:ea typeface="+mj-ea"/>
                <a:cs typeface="+mj-cs"/>
              </a:rPr>
              <a:t>Our Solution</a:t>
            </a:r>
            <a:endParaRPr lang="en-US" sz="2000" dirty="0">
              <a:latin typeface="Book Antiqua" panose="02040602050305030304" pitchFamily="18" charset="0"/>
              <a:ea typeface="+mj-ea"/>
              <a:cs typeface="+mj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30E1800-0A74-2091-1FD1-386B65791ECA}"/>
              </a:ext>
            </a:extLst>
          </p:cNvPr>
          <p:cNvSpPr/>
          <p:nvPr/>
        </p:nvSpPr>
        <p:spPr>
          <a:xfrm>
            <a:off x="3353899" y="1095846"/>
            <a:ext cx="2008371" cy="973784"/>
          </a:xfrm>
          <a:prstGeom prst="roundRect">
            <a:avLst>
              <a:gd name="adj" fmla="val 37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73E0C5-C6B6-27A2-232E-86C910202636}"/>
              </a:ext>
            </a:extLst>
          </p:cNvPr>
          <p:cNvSpPr txBox="1"/>
          <p:nvPr/>
        </p:nvSpPr>
        <p:spPr>
          <a:xfrm>
            <a:off x="3572452" y="1267540"/>
            <a:ext cx="1571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Daily Bitcoin 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Prices 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8F40ED-11F3-3ECD-5AF4-52E5AAF5C42B}"/>
              </a:ext>
            </a:extLst>
          </p:cNvPr>
          <p:cNvSpPr/>
          <p:nvPr/>
        </p:nvSpPr>
        <p:spPr>
          <a:xfrm>
            <a:off x="5580823" y="1095846"/>
            <a:ext cx="2008371" cy="973784"/>
          </a:xfrm>
          <a:prstGeom prst="roundRect">
            <a:avLst>
              <a:gd name="adj" fmla="val 37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AED7B7-793D-CCCC-6667-887FD6E93238}"/>
              </a:ext>
            </a:extLst>
          </p:cNvPr>
          <p:cNvSpPr txBox="1"/>
          <p:nvPr/>
        </p:nvSpPr>
        <p:spPr>
          <a:xfrm>
            <a:off x="5837049" y="1267540"/>
            <a:ext cx="1495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Social Media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Posts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ECE4557-0D71-0DA9-5CC7-669B48DBC814}"/>
              </a:ext>
            </a:extLst>
          </p:cNvPr>
          <p:cNvSpPr/>
          <p:nvPr/>
        </p:nvSpPr>
        <p:spPr>
          <a:xfrm>
            <a:off x="7807747" y="1095846"/>
            <a:ext cx="2008371" cy="973784"/>
          </a:xfrm>
          <a:prstGeom prst="roundRect">
            <a:avLst>
              <a:gd name="adj" fmla="val 37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56F9A5-6586-5BDD-4E83-F9810A7B5060}"/>
              </a:ext>
            </a:extLst>
          </p:cNvPr>
          <p:cNvSpPr txBox="1"/>
          <p:nvPr/>
        </p:nvSpPr>
        <p:spPr>
          <a:xfrm>
            <a:off x="7906080" y="1267540"/>
            <a:ext cx="1811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Weekly Bitcoin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On-Chain Blogs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9BDB128-4242-6C9C-98B5-E4E0C0702A40}"/>
              </a:ext>
            </a:extLst>
          </p:cNvPr>
          <p:cNvSpPr/>
          <p:nvPr/>
        </p:nvSpPr>
        <p:spPr>
          <a:xfrm>
            <a:off x="3353899" y="2547766"/>
            <a:ext cx="2008371" cy="973784"/>
          </a:xfrm>
          <a:prstGeom prst="roundRect">
            <a:avLst>
              <a:gd name="adj" fmla="val 37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D2F5B6-5B0F-B596-8966-8119F96A1D17}"/>
              </a:ext>
            </a:extLst>
          </p:cNvPr>
          <p:cNvSpPr txBox="1"/>
          <p:nvPr/>
        </p:nvSpPr>
        <p:spPr>
          <a:xfrm>
            <a:off x="3777637" y="2719460"/>
            <a:ext cx="1160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Technical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Analysis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D1DECEB-DB69-8794-14A1-17B02A78DF25}"/>
              </a:ext>
            </a:extLst>
          </p:cNvPr>
          <p:cNvSpPr/>
          <p:nvPr/>
        </p:nvSpPr>
        <p:spPr>
          <a:xfrm>
            <a:off x="5580823" y="2547766"/>
            <a:ext cx="2008371" cy="973784"/>
          </a:xfrm>
          <a:prstGeom prst="roundRect">
            <a:avLst>
              <a:gd name="adj" fmla="val 37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A02AEB-A8A9-3A2E-8A56-EF6F4B4C0B1E}"/>
              </a:ext>
            </a:extLst>
          </p:cNvPr>
          <p:cNvSpPr txBox="1"/>
          <p:nvPr/>
        </p:nvSpPr>
        <p:spPr>
          <a:xfrm>
            <a:off x="5975708" y="2719460"/>
            <a:ext cx="1218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FinBERT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Sentiment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15DEBEA-3A8A-A4A1-812F-C2B8A1C71964}"/>
              </a:ext>
            </a:extLst>
          </p:cNvPr>
          <p:cNvSpPr/>
          <p:nvPr/>
        </p:nvSpPr>
        <p:spPr>
          <a:xfrm>
            <a:off x="7807747" y="2547766"/>
            <a:ext cx="2008371" cy="973784"/>
          </a:xfrm>
          <a:prstGeom prst="roundRect">
            <a:avLst>
              <a:gd name="adj" fmla="val 37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5C0422-EAB2-1106-941B-4B10F2064C4A}"/>
              </a:ext>
            </a:extLst>
          </p:cNvPr>
          <p:cNvSpPr txBox="1"/>
          <p:nvPr/>
        </p:nvSpPr>
        <p:spPr>
          <a:xfrm>
            <a:off x="8121686" y="2719460"/>
            <a:ext cx="13805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Chat-GPT 5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Sentiment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AEDAC9-37ED-9AB6-4922-BBEE97F0605E}"/>
              </a:ext>
            </a:extLst>
          </p:cNvPr>
          <p:cNvSpPr txBox="1"/>
          <p:nvPr/>
        </p:nvSpPr>
        <p:spPr>
          <a:xfrm>
            <a:off x="3572452" y="3865561"/>
            <a:ext cx="602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Modelling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E21AAD-1013-853F-5C33-551BF9064748}"/>
              </a:ext>
            </a:extLst>
          </p:cNvPr>
          <p:cNvSpPr txBox="1"/>
          <p:nvPr/>
        </p:nvSpPr>
        <p:spPr>
          <a:xfrm>
            <a:off x="3422571" y="4734847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XGBoost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A51000-9D51-DA20-3A67-DCF3930FC516}"/>
              </a:ext>
            </a:extLst>
          </p:cNvPr>
          <p:cNvSpPr txBox="1"/>
          <p:nvPr/>
        </p:nvSpPr>
        <p:spPr>
          <a:xfrm>
            <a:off x="4741347" y="4596348"/>
            <a:ext cx="1059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Random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Forest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D8E0C3-8D94-6F5C-2CF6-4674D00022DA}"/>
              </a:ext>
            </a:extLst>
          </p:cNvPr>
          <p:cNvSpPr txBox="1"/>
          <p:nvPr/>
        </p:nvSpPr>
        <p:spPr>
          <a:xfrm>
            <a:off x="5932875" y="4596348"/>
            <a:ext cx="13035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Logistical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Regression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2DA08D-CB65-9E3E-768D-689ABD160AAE}"/>
              </a:ext>
            </a:extLst>
          </p:cNvPr>
          <p:cNvSpPr txBox="1"/>
          <p:nvPr/>
        </p:nvSpPr>
        <p:spPr>
          <a:xfrm>
            <a:off x="7486292" y="473484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LSTM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B22AAE-50F8-0B59-D6C2-71469152BA21}"/>
              </a:ext>
            </a:extLst>
          </p:cNvPr>
          <p:cNvSpPr txBox="1"/>
          <p:nvPr/>
        </p:nvSpPr>
        <p:spPr>
          <a:xfrm>
            <a:off x="8835836" y="4734847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CNN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DBADEE8-6C02-A8BA-6975-C323F4E4335E}"/>
              </a:ext>
            </a:extLst>
          </p:cNvPr>
          <p:cNvSpPr/>
          <p:nvPr/>
        </p:nvSpPr>
        <p:spPr>
          <a:xfrm>
            <a:off x="3357290" y="5668157"/>
            <a:ext cx="6467201" cy="545805"/>
          </a:xfrm>
          <a:prstGeom prst="roundRect">
            <a:avLst>
              <a:gd name="adj" fmla="val 3715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BEE770-F961-4F43-FBB7-1D48E10A7A2E}"/>
              </a:ext>
            </a:extLst>
          </p:cNvPr>
          <p:cNvSpPr txBox="1"/>
          <p:nvPr/>
        </p:nvSpPr>
        <p:spPr>
          <a:xfrm>
            <a:off x="3580825" y="5756393"/>
            <a:ext cx="602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Bullish / Bearish Signals</a:t>
            </a:r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7E6D2491-4FE2-730A-2316-B9262C61AFC4}"/>
              </a:ext>
            </a:extLst>
          </p:cNvPr>
          <p:cNvSpPr/>
          <p:nvPr/>
        </p:nvSpPr>
        <p:spPr>
          <a:xfrm>
            <a:off x="4124572" y="2173613"/>
            <a:ext cx="467024" cy="255775"/>
          </a:xfrm>
          <a:prstGeom prst="down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05930262-DE3C-D2D4-6BA6-D663B4D4356B}"/>
              </a:ext>
            </a:extLst>
          </p:cNvPr>
          <p:cNvSpPr/>
          <p:nvPr/>
        </p:nvSpPr>
        <p:spPr>
          <a:xfrm>
            <a:off x="6357378" y="2173613"/>
            <a:ext cx="467024" cy="255775"/>
          </a:xfrm>
          <a:prstGeom prst="down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02E72302-14B4-C83E-1834-96AD087CD68B}"/>
              </a:ext>
            </a:extLst>
          </p:cNvPr>
          <p:cNvSpPr/>
          <p:nvPr/>
        </p:nvSpPr>
        <p:spPr>
          <a:xfrm>
            <a:off x="8578420" y="2173613"/>
            <a:ext cx="467024" cy="255775"/>
          </a:xfrm>
          <a:prstGeom prst="down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27E61BE6-5C81-8DD4-E796-BD65C90F7EC5}"/>
              </a:ext>
            </a:extLst>
          </p:cNvPr>
          <p:cNvSpPr/>
          <p:nvPr/>
        </p:nvSpPr>
        <p:spPr>
          <a:xfrm>
            <a:off x="4124572" y="3530119"/>
            <a:ext cx="467024" cy="255775"/>
          </a:xfrm>
          <a:prstGeom prst="down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A5144AC8-4090-46DA-5DD7-45301B06BEFF}"/>
              </a:ext>
            </a:extLst>
          </p:cNvPr>
          <p:cNvSpPr/>
          <p:nvPr/>
        </p:nvSpPr>
        <p:spPr>
          <a:xfrm>
            <a:off x="6357378" y="3530119"/>
            <a:ext cx="467024" cy="255775"/>
          </a:xfrm>
          <a:prstGeom prst="down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row: Down 59">
            <a:extLst>
              <a:ext uri="{FF2B5EF4-FFF2-40B4-BE49-F238E27FC236}">
                <a16:creationId xmlns:a16="http://schemas.microsoft.com/office/drawing/2014/main" id="{6602B458-9FB2-BDD3-75B0-4EDEB38D8F06}"/>
              </a:ext>
            </a:extLst>
          </p:cNvPr>
          <p:cNvSpPr/>
          <p:nvPr/>
        </p:nvSpPr>
        <p:spPr>
          <a:xfrm>
            <a:off x="8578420" y="3530119"/>
            <a:ext cx="467024" cy="255775"/>
          </a:xfrm>
          <a:prstGeom prst="down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42F15840-7A41-4ED6-C4D0-44810FD9D0F1}"/>
              </a:ext>
            </a:extLst>
          </p:cNvPr>
          <p:cNvSpPr/>
          <p:nvPr/>
        </p:nvSpPr>
        <p:spPr>
          <a:xfrm>
            <a:off x="6357378" y="5434571"/>
            <a:ext cx="467024" cy="255775"/>
          </a:xfrm>
          <a:prstGeom prst="down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Down 66">
            <a:extLst>
              <a:ext uri="{FF2B5EF4-FFF2-40B4-BE49-F238E27FC236}">
                <a16:creationId xmlns:a16="http://schemas.microsoft.com/office/drawing/2014/main" id="{108E883F-298D-AE95-AE4E-DDCB82FA9300}"/>
              </a:ext>
            </a:extLst>
          </p:cNvPr>
          <p:cNvSpPr/>
          <p:nvPr/>
        </p:nvSpPr>
        <p:spPr>
          <a:xfrm>
            <a:off x="5036985" y="5434571"/>
            <a:ext cx="467024" cy="255775"/>
          </a:xfrm>
          <a:prstGeom prst="down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241884B5-278A-977F-2478-83F8FE72A27C}"/>
              </a:ext>
            </a:extLst>
          </p:cNvPr>
          <p:cNvSpPr/>
          <p:nvPr/>
        </p:nvSpPr>
        <p:spPr>
          <a:xfrm>
            <a:off x="3730233" y="5434571"/>
            <a:ext cx="467024" cy="255775"/>
          </a:xfrm>
          <a:prstGeom prst="down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38F82FC6-2102-3EED-DAFD-351D69737D01}"/>
              </a:ext>
            </a:extLst>
          </p:cNvPr>
          <p:cNvSpPr/>
          <p:nvPr/>
        </p:nvSpPr>
        <p:spPr>
          <a:xfrm>
            <a:off x="7652104" y="5434571"/>
            <a:ext cx="467024" cy="255775"/>
          </a:xfrm>
          <a:prstGeom prst="down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71C3B601-4E6A-E41C-6C63-C39D2337063A}"/>
              </a:ext>
            </a:extLst>
          </p:cNvPr>
          <p:cNvSpPr/>
          <p:nvPr/>
        </p:nvSpPr>
        <p:spPr>
          <a:xfrm>
            <a:off x="8966294" y="5434571"/>
            <a:ext cx="467024" cy="255775"/>
          </a:xfrm>
          <a:prstGeom prst="down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78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5954A-C687-3CBF-90AE-343978020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raphic 1034" descr="Upward trend with solid fill">
            <a:extLst>
              <a:ext uri="{FF2B5EF4-FFF2-40B4-BE49-F238E27FC236}">
                <a16:creationId xmlns:a16="http://schemas.microsoft.com/office/drawing/2014/main" id="{15ADFC82-916C-08A8-9B9D-4AC7BFEEB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488" b="21698"/>
          <a:stretch/>
        </p:blipFill>
        <p:spPr>
          <a:xfrm>
            <a:off x="1087828" y="3111514"/>
            <a:ext cx="1671662" cy="1710756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6FBB9C45-8782-DADB-6C6B-DFD56DAD42DC}"/>
              </a:ext>
            </a:extLst>
          </p:cNvPr>
          <p:cNvSpPr/>
          <p:nvPr/>
        </p:nvSpPr>
        <p:spPr>
          <a:xfrm>
            <a:off x="3683370" y="2434824"/>
            <a:ext cx="914400" cy="461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C78D49-441C-E1F8-4B96-3EDFA7EEB046}"/>
              </a:ext>
            </a:extLst>
          </p:cNvPr>
          <p:cNvSpPr/>
          <p:nvPr/>
        </p:nvSpPr>
        <p:spPr>
          <a:xfrm>
            <a:off x="5827727" y="2434824"/>
            <a:ext cx="914400" cy="461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9938C12-45B8-514D-2D3B-744777CBCDCE}"/>
              </a:ext>
            </a:extLst>
          </p:cNvPr>
          <p:cNvSpPr/>
          <p:nvPr/>
        </p:nvSpPr>
        <p:spPr>
          <a:xfrm>
            <a:off x="8077238" y="2447211"/>
            <a:ext cx="914400" cy="461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792BE8B-C95F-8720-EA70-85D1DF65A12E}"/>
              </a:ext>
            </a:extLst>
          </p:cNvPr>
          <p:cNvSpPr/>
          <p:nvPr/>
        </p:nvSpPr>
        <p:spPr>
          <a:xfrm>
            <a:off x="3683370" y="3966892"/>
            <a:ext cx="914400" cy="461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0557CD-6717-C93D-EA76-B4D9A1CE17E8}"/>
              </a:ext>
            </a:extLst>
          </p:cNvPr>
          <p:cNvSpPr/>
          <p:nvPr/>
        </p:nvSpPr>
        <p:spPr>
          <a:xfrm>
            <a:off x="5827727" y="3966892"/>
            <a:ext cx="914400" cy="461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D252A227-BFE5-734B-536C-0724077B10DB}"/>
              </a:ext>
            </a:extLst>
          </p:cNvPr>
          <p:cNvSpPr/>
          <p:nvPr/>
        </p:nvSpPr>
        <p:spPr>
          <a:xfrm>
            <a:off x="8077238" y="3979279"/>
            <a:ext cx="914400" cy="461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3EC190-AC78-6582-1F46-C9877881C231}"/>
              </a:ext>
            </a:extLst>
          </p:cNvPr>
          <p:cNvSpPr/>
          <p:nvPr/>
        </p:nvSpPr>
        <p:spPr>
          <a:xfrm>
            <a:off x="0" y="733494"/>
            <a:ext cx="2872465" cy="45719"/>
          </a:xfrm>
          <a:prstGeom prst="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BFB581-491C-E3A6-85F8-6BCCA26AE0FF}"/>
              </a:ext>
            </a:extLst>
          </p:cNvPr>
          <p:cNvSpPr txBox="1"/>
          <p:nvPr/>
        </p:nvSpPr>
        <p:spPr>
          <a:xfrm>
            <a:off x="915257" y="284480"/>
            <a:ext cx="2214023" cy="44901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>
                <a:latin typeface="Book Antiqua" panose="02040602050305030304" pitchFamily="18" charset="0"/>
                <a:ea typeface="+mj-ea"/>
                <a:cs typeface="+mj-cs"/>
              </a:rPr>
              <a:t>Results</a:t>
            </a:r>
            <a:endParaRPr lang="en-US" sz="2000" dirty="0">
              <a:latin typeface="Book Antiqua" panose="02040602050305030304" pitchFamily="18" charset="0"/>
              <a:ea typeface="+mj-ea"/>
              <a:cs typeface="+mj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5CDAFD-2296-6D6B-D7B0-1D718C4CC2C9}"/>
              </a:ext>
            </a:extLst>
          </p:cNvPr>
          <p:cNvSpPr txBox="1"/>
          <p:nvPr/>
        </p:nvSpPr>
        <p:spPr>
          <a:xfrm>
            <a:off x="3118326" y="2178765"/>
            <a:ext cx="2008371" cy="973784"/>
          </a:xfrm>
          <a:custGeom>
            <a:avLst/>
            <a:gdLst/>
            <a:ahLst/>
            <a:cxnLst/>
            <a:rect l="l" t="t" r="r" b="b"/>
            <a:pathLst>
              <a:path w="2008371" h="973784">
                <a:moveTo>
                  <a:pt x="712465" y="500707"/>
                </a:moveTo>
                <a:cubicBezTo>
                  <a:pt x="722731" y="500707"/>
                  <a:pt x="730464" y="502873"/>
                  <a:pt x="735664" y="507207"/>
                </a:cubicBezTo>
                <a:cubicBezTo>
                  <a:pt x="740863" y="511540"/>
                  <a:pt x="743463" y="517839"/>
                  <a:pt x="743463" y="526105"/>
                </a:cubicBezTo>
                <a:cubicBezTo>
                  <a:pt x="743463" y="534905"/>
                  <a:pt x="740830" y="542004"/>
                  <a:pt x="735564" y="547404"/>
                </a:cubicBezTo>
                <a:cubicBezTo>
                  <a:pt x="730297" y="552804"/>
                  <a:pt x="722464" y="555504"/>
                  <a:pt x="712065" y="555504"/>
                </a:cubicBezTo>
                <a:cubicBezTo>
                  <a:pt x="704865" y="555504"/>
                  <a:pt x="698466" y="553404"/>
                  <a:pt x="692866" y="549204"/>
                </a:cubicBezTo>
                <a:cubicBezTo>
                  <a:pt x="687267" y="545004"/>
                  <a:pt x="682900" y="538505"/>
                  <a:pt x="679767" y="529705"/>
                </a:cubicBezTo>
                <a:cubicBezTo>
                  <a:pt x="678200" y="525305"/>
                  <a:pt x="677025" y="520306"/>
                  <a:pt x="676242" y="514706"/>
                </a:cubicBezTo>
                <a:lnTo>
                  <a:pt x="676063" y="511870"/>
                </a:lnTo>
                <a:lnTo>
                  <a:pt x="680667" y="508306"/>
                </a:lnTo>
                <a:cubicBezTo>
                  <a:pt x="689600" y="503240"/>
                  <a:pt x="700199" y="500707"/>
                  <a:pt x="712465" y="500707"/>
                </a:cubicBezTo>
                <a:close/>
                <a:moveTo>
                  <a:pt x="1341106" y="490508"/>
                </a:moveTo>
                <a:cubicBezTo>
                  <a:pt x="1345105" y="490508"/>
                  <a:pt x="1348439" y="492007"/>
                  <a:pt x="1351105" y="495007"/>
                </a:cubicBezTo>
                <a:cubicBezTo>
                  <a:pt x="1353772" y="498007"/>
                  <a:pt x="1355772" y="502607"/>
                  <a:pt x="1357105" y="508806"/>
                </a:cubicBezTo>
                <a:cubicBezTo>
                  <a:pt x="1358438" y="515006"/>
                  <a:pt x="1359105" y="522972"/>
                  <a:pt x="1359105" y="532705"/>
                </a:cubicBezTo>
                <a:cubicBezTo>
                  <a:pt x="1359105" y="542171"/>
                  <a:pt x="1358438" y="550004"/>
                  <a:pt x="1357105" y="556204"/>
                </a:cubicBezTo>
                <a:cubicBezTo>
                  <a:pt x="1355772" y="562403"/>
                  <a:pt x="1353772" y="567003"/>
                  <a:pt x="1351105" y="570003"/>
                </a:cubicBezTo>
                <a:cubicBezTo>
                  <a:pt x="1348439" y="573002"/>
                  <a:pt x="1345105" y="574502"/>
                  <a:pt x="1341106" y="574502"/>
                </a:cubicBezTo>
                <a:cubicBezTo>
                  <a:pt x="1337106" y="574502"/>
                  <a:pt x="1333806" y="573002"/>
                  <a:pt x="1331206" y="570003"/>
                </a:cubicBezTo>
                <a:cubicBezTo>
                  <a:pt x="1328606" y="567003"/>
                  <a:pt x="1326673" y="562403"/>
                  <a:pt x="1325407" y="556204"/>
                </a:cubicBezTo>
                <a:cubicBezTo>
                  <a:pt x="1324140" y="550004"/>
                  <a:pt x="1323507" y="542171"/>
                  <a:pt x="1323507" y="532705"/>
                </a:cubicBezTo>
                <a:cubicBezTo>
                  <a:pt x="1323507" y="522972"/>
                  <a:pt x="1324140" y="515006"/>
                  <a:pt x="1325407" y="508806"/>
                </a:cubicBezTo>
                <a:cubicBezTo>
                  <a:pt x="1326673" y="502607"/>
                  <a:pt x="1328606" y="498007"/>
                  <a:pt x="1331206" y="495007"/>
                </a:cubicBezTo>
                <a:cubicBezTo>
                  <a:pt x="1333806" y="492007"/>
                  <a:pt x="1337106" y="490508"/>
                  <a:pt x="1341106" y="490508"/>
                </a:cubicBezTo>
                <a:close/>
                <a:moveTo>
                  <a:pt x="1341106" y="450710"/>
                </a:moveTo>
                <a:cubicBezTo>
                  <a:pt x="1328840" y="450710"/>
                  <a:pt x="1317840" y="453110"/>
                  <a:pt x="1308108" y="457910"/>
                </a:cubicBezTo>
                <a:cubicBezTo>
                  <a:pt x="1298375" y="462709"/>
                  <a:pt x="1290709" y="471042"/>
                  <a:pt x="1285109" y="482908"/>
                </a:cubicBezTo>
                <a:cubicBezTo>
                  <a:pt x="1279509" y="494774"/>
                  <a:pt x="1276710" y="511240"/>
                  <a:pt x="1276710" y="532305"/>
                </a:cubicBezTo>
                <a:cubicBezTo>
                  <a:pt x="1276710" y="553104"/>
                  <a:pt x="1279509" y="569436"/>
                  <a:pt x="1285109" y="581302"/>
                </a:cubicBezTo>
                <a:cubicBezTo>
                  <a:pt x="1290709" y="593168"/>
                  <a:pt x="1298375" y="601534"/>
                  <a:pt x="1308108" y="606400"/>
                </a:cubicBezTo>
                <a:cubicBezTo>
                  <a:pt x="1317840" y="611267"/>
                  <a:pt x="1328840" y="613700"/>
                  <a:pt x="1341106" y="613700"/>
                </a:cubicBezTo>
                <a:cubicBezTo>
                  <a:pt x="1353238" y="613700"/>
                  <a:pt x="1364171" y="611267"/>
                  <a:pt x="1373904" y="606400"/>
                </a:cubicBezTo>
                <a:cubicBezTo>
                  <a:pt x="1383637" y="601534"/>
                  <a:pt x="1391369" y="593235"/>
                  <a:pt x="1397102" y="581502"/>
                </a:cubicBezTo>
                <a:cubicBezTo>
                  <a:pt x="1402835" y="569769"/>
                  <a:pt x="1405702" y="553504"/>
                  <a:pt x="1405702" y="532705"/>
                </a:cubicBezTo>
                <a:cubicBezTo>
                  <a:pt x="1405702" y="511640"/>
                  <a:pt x="1402902" y="495141"/>
                  <a:pt x="1397302" y="483208"/>
                </a:cubicBezTo>
                <a:cubicBezTo>
                  <a:pt x="1391703" y="471275"/>
                  <a:pt x="1384036" y="462876"/>
                  <a:pt x="1374304" y="458010"/>
                </a:cubicBezTo>
                <a:cubicBezTo>
                  <a:pt x="1364571" y="453143"/>
                  <a:pt x="1353505" y="450710"/>
                  <a:pt x="1341106" y="450710"/>
                </a:cubicBezTo>
                <a:close/>
                <a:moveTo>
                  <a:pt x="940391" y="405313"/>
                </a:moveTo>
                <a:cubicBezTo>
                  <a:pt x="947324" y="405313"/>
                  <a:pt x="953423" y="406979"/>
                  <a:pt x="958689" y="410312"/>
                </a:cubicBezTo>
                <a:cubicBezTo>
                  <a:pt x="963956" y="413646"/>
                  <a:pt x="968089" y="419345"/>
                  <a:pt x="971089" y="427411"/>
                </a:cubicBezTo>
                <a:cubicBezTo>
                  <a:pt x="972589" y="431444"/>
                  <a:pt x="973714" y="436252"/>
                  <a:pt x="974464" y="441835"/>
                </a:cubicBezTo>
                <a:lnTo>
                  <a:pt x="974829" y="448036"/>
                </a:lnTo>
                <a:lnTo>
                  <a:pt x="957490" y="456610"/>
                </a:lnTo>
                <a:cubicBezTo>
                  <a:pt x="951157" y="458676"/>
                  <a:pt x="944057" y="459709"/>
                  <a:pt x="936191" y="459709"/>
                </a:cubicBezTo>
                <a:cubicBezTo>
                  <a:pt x="928458" y="459709"/>
                  <a:pt x="921958" y="457443"/>
                  <a:pt x="916692" y="452910"/>
                </a:cubicBezTo>
                <a:cubicBezTo>
                  <a:pt x="911426" y="448377"/>
                  <a:pt x="908793" y="442044"/>
                  <a:pt x="908793" y="433911"/>
                </a:cubicBezTo>
                <a:cubicBezTo>
                  <a:pt x="908793" y="425245"/>
                  <a:pt x="911592" y="418312"/>
                  <a:pt x="917192" y="413112"/>
                </a:cubicBezTo>
                <a:cubicBezTo>
                  <a:pt x="922792" y="407913"/>
                  <a:pt x="930525" y="405313"/>
                  <a:pt x="940391" y="405313"/>
                </a:cubicBezTo>
                <a:close/>
                <a:moveTo>
                  <a:pt x="1143118" y="384714"/>
                </a:moveTo>
                <a:cubicBezTo>
                  <a:pt x="1147118" y="384714"/>
                  <a:pt x="1150451" y="386214"/>
                  <a:pt x="1153117" y="389214"/>
                </a:cubicBezTo>
                <a:cubicBezTo>
                  <a:pt x="1155784" y="392214"/>
                  <a:pt x="1157817" y="396813"/>
                  <a:pt x="1159217" y="403013"/>
                </a:cubicBezTo>
                <a:cubicBezTo>
                  <a:pt x="1160617" y="409212"/>
                  <a:pt x="1161317" y="417179"/>
                  <a:pt x="1161317" y="426911"/>
                </a:cubicBezTo>
                <a:cubicBezTo>
                  <a:pt x="1161317" y="436511"/>
                  <a:pt x="1160617" y="444377"/>
                  <a:pt x="1159217" y="450510"/>
                </a:cubicBezTo>
                <a:cubicBezTo>
                  <a:pt x="1157817" y="456643"/>
                  <a:pt x="1155784" y="461209"/>
                  <a:pt x="1153117" y="464209"/>
                </a:cubicBezTo>
                <a:cubicBezTo>
                  <a:pt x="1150451" y="467209"/>
                  <a:pt x="1147118" y="468709"/>
                  <a:pt x="1143118" y="468709"/>
                </a:cubicBezTo>
                <a:cubicBezTo>
                  <a:pt x="1139385" y="468709"/>
                  <a:pt x="1136218" y="467209"/>
                  <a:pt x="1133618" y="464209"/>
                </a:cubicBezTo>
                <a:cubicBezTo>
                  <a:pt x="1131019" y="461209"/>
                  <a:pt x="1129085" y="456643"/>
                  <a:pt x="1127819" y="450510"/>
                </a:cubicBezTo>
                <a:cubicBezTo>
                  <a:pt x="1126552" y="444377"/>
                  <a:pt x="1125919" y="436511"/>
                  <a:pt x="1125919" y="426911"/>
                </a:cubicBezTo>
                <a:cubicBezTo>
                  <a:pt x="1125919" y="417179"/>
                  <a:pt x="1126552" y="409212"/>
                  <a:pt x="1127819" y="403013"/>
                </a:cubicBezTo>
                <a:cubicBezTo>
                  <a:pt x="1129085" y="396813"/>
                  <a:pt x="1131019" y="392214"/>
                  <a:pt x="1133618" y="389214"/>
                </a:cubicBezTo>
                <a:cubicBezTo>
                  <a:pt x="1136218" y="386214"/>
                  <a:pt x="1139385" y="384714"/>
                  <a:pt x="1143118" y="384714"/>
                </a:cubicBezTo>
                <a:close/>
                <a:moveTo>
                  <a:pt x="1296708" y="348716"/>
                </a:moveTo>
                <a:lnTo>
                  <a:pt x="1137118" y="611700"/>
                </a:lnTo>
                <a:lnTo>
                  <a:pt x="1186515" y="611700"/>
                </a:lnTo>
                <a:lnTo>
                  <a:pt x="1346705" y="348716"/>
                </a:lnTo>
                <a:close/>
                <a:moveTo>
                  <a:pt x="1143118" y="345516"/>
                </a:moveTo>
                <a:cubicBezTo>
                  <a:pt x="1130985" y="345516"/>
                  <a:pt x="1120086" y="347950"/>
                  <a:pt x="1110420" y="352816"/>
                </a:cubicBezTo>
                <a:cubicBezTo>
                  <a:pt x="1100754" y="357682"/>
                  <a:pt x="1093088" y="365982"/>
                  <a:pt x="1087421" y="377714"/>
                </a:cubicBezTo>
                <a:cubicBezTo>
                  <a:pt x="1081755" y="389447"/>
                  <a:pt x="1078922" y="405713"/>
                  <a:pt x="1078922" y="426511"/>
                </a:cubicBezTo>
                <a:cubicBezTo>
                  <a:pt x="1078922" y="447710"/>
                  <a:pt x="1081755" y="464276"/>
                  <a:pt x="1087421" y="476208"/>
                </a:cubicBezTo>
                <a:cubicBezTo>
                  <a:pt x="1093088" y="488141"/>
                  <a:pt x="1100754" y="496507"/>
                  <a:pt x="1110420" y="501307"/>
                </a:cubicBezTo>
                <a:cubicBezTo>
                  <a:pt x="1120086" y="506107"/>
                  <a:pt x="1130985" y="508506"/>
                  <a:pt x="1143118" y="508506"/>
                </a:cubicBezTo>
                <a:cubicBezTo>
                  <a:pt x="1155517" y="508506"/>
                  <a:pt x="1166616" y="506107"/>
                  <a:pt x="1176416" y="501307"/>
                </a:cubicBezTo>
                <a:cubicBezTo>
                  <a:pt x="1186215" y="496507"/>
                  <a:pt x="1193981" y="488174"/>
                  <a:pt x="1199714" y="476308"/>
                </a:cubicBezTo>
                <a:cubicBezTo>
                  <a:pt x="1205447" y="464442"/>
                  <a:pt x="1208314" y="447977"/>
                  <a:pt x="1208314" y="426911"/>
                </a:cubicBezTo>
                <a:cubicBezTo>
                  <a:pt x="1208314" y="406113"/>
                  <a:pt x="1205481" y="389814"/>
                  <a:pt x="1199814" y="378014"/>
                </a:cubicBezTo>
                <a:cubicBezTo>
                  <a:pt x="1194148" y="366215"/>
                  <a:pt x="1186415" y="357849"/>
                  <a:pt x="1176616" y="352916"/>
                </a:cubicBezTo>
                <a:cubicBezTo>
                  <a:pt x="1166816" y="347983"/>
                  <a:pt x="1155650" y="345516"/>
                  <a:pt x="1143118" y="345516"/>
                </a:cubicBezTo>
                <a:close/>
                <a:moveTo>
                  <a:pt x="940791" y="345516"/>
                </a:moveTo>
                <a:cubicBezTo>
                  <a:pt x="919325" y="345516"/>
                  <a:pt x="901093" y="349283"/>
                  <a:pt x="886094" y="356816"/>
                </a:cubicBezTo>
                <a:cubicBezTo>
                  <a:pt x="871095" y="364349"/>
                  <a:pt x="859662" y="374748"/>
                  <a:pt x="851796" y="388014"/>
                </a:cubicBezTo>
                <a:cubicBezTo>
                  <a:pt x="843930" y="401280"/>
                  <a:pt x="839997" y="416445"/>
                  <a:pt x="839997" y="433511"/>
                </a:cubicBezTo>
                <a:cubicBezTo>
                  <a:pt x="839997" y="451777"/>
                  <a:pt x="843530" y="467176"/>
                  <a:pt x="850596" y="479708"/>
                </a:cubicBezTo>
                <a:cubicBezTo>
                  <a:pt x="857662" y="492241"/>
                  <a:pt x="867228" y="501674"/>
                  <a:pt x="879294" y="508006"/>
                </a:cubicBezTo>
                <a:cubicBezTo>
                  <a:pt x="891360" y="514339"/>
                  <a:pt x="904859" y="517506"/>
                  <a:pt x="919792" y="517506"/>
                </a:cubicBezTo>
                <a:cubicBezTo>
                  <a:pt x="933791" y="517506"/>
                  <a:pt x="945424" y="515773"/>
                  <a:pt x="954690" y="512306"/>
                </a:cubicBezTo>
                <a:lnTo>
                  <a:pt x="975145" y="501109"/>
                </a:lnTo>
                <a:lnTo>
                  <a:pt x="974995" y="505388"/>
                </a:lnTo>
                <a:cubicBezTo>
                  <a:pt x="973807" y="520949"/>
                  <a:pt x="970839" y="532555"/>
                  <a:pt x="966089" y="540204"/>
                </a:cubicBezTo>
                <a:cubicBezTo>
                  <a:pt x="959756" y="550404"/>
                  <a:pt x="950057" y="555504"/>
                  <a:pt x="936991" y="555504"/>
                </a:cubicBezTo>
                <a:cubicBezTo>
                  <a:pt x="929658" y="555504"/>
                  <a:pt x="923658" y="553970"/>
                  <a:pt x="918992" y="550904"/>
                </a:cubicBezTo>
                <a:cubicBezTo>
                  <a:pt x="914326" y="547837"/>
                  <a:pt x="911059" y="542838"/>
                  <a:pt x="909193" y="535905"/>
                </a:cubicBezTo>
                <a:lnTo>
                  <a:pt x="839997" y="535905"/>
                </a:lnTo>
                <a:cubicBezTo>
                  <a:pt x="842263" y="552170"/>
                  <a:pt x="847263" y="566236"/>
                  <a:pt x="854996" y="578102"/>
                </a:cubicBezTo>
                <a:cubicBezTo>
                  <a:pt x="862729" y="589968"/>
                  <a:pt x="873395" y="599134"/>
                  <a:pt x="886994" y="605601"/>
                </a:cubicBezTo>
                <a:cubicBezTo>
                  <a:pt x="900593" y="612067"/>
                  <a:pt x="917259" y="615300"/>
                  <a:pt x="936991" y="615300"/>
                </a:cubicBezTo>
                <a:cubicBezTo>
                  <a:pt x="958589" y="615300"/>
                  <a:pt x="977788" y="610667"/>
                  <a:pt x="994587" y="601401"/>
                </a:cubicBezTo>
                <a:cubicBezTo>
                  <a:pt x="1011386" y="592135"/>
                  <a:pt x="1024619" y="577302"/>
                  <a:pt x="1034285" y="556903"/>
                </a:cubicBezTo>
                <a:cubicBezTo>
                  <a:pt x="1043951" y="536505"/>
                  <a:pt x="1048784" y="509706"/>
                  <a:pt x="1048784" y="476508"/>
                </a:cubicBezTo>
                <a:cubicBezTo>
                  <a:pt x="1048784" y="445577"/>
                  <a:pt x="1044084" y="420512"/>
                  <a:pt x="1034685" y="401313"/>
                </a:cubicBezTo>
                <a:cubicBezTo>
                  <a:pt x="1025285" y="382114"/>
                  <a:pt x="1012453" y="368015"/>
                  <a:pt x="996187" y="359016"/>
                </a:cubicBezTo>
                <a:cubicBezTo>
                  <a:pt x="979922" y="350016"/>
                  <a:pt x="961456" y="345516"/>
                  <a:pt x="940791" y="345516"/>
                </a:cubicBezTo>
                <a:close/>
                <a:moveTo>
                  <a:pt x="711265" y="345516"/>
                </a:moveTo>
                <a:cubicBezTo>
                  <a:pt x="690466" y="345516"/>
                  <a:pt x="671801" y="350283"/>
                  <a:pt x="655268" y="359816"/>
                </a:cubicBezTo>
                <a:cubicBezTo>
                  <a:pt x="638736" y="369348"/>
                  <a:pt x="625704" y="383914"/>
                  <a:pt x="616171" y="403513"/>
                </a:cubicBezTo>
                <a:cubicBezTo>
                  <a:pt x="606638" y="423112"/>
                  <a:pt x="601872" y="448110"/>
                  <a:pt x="601872" y="478508"/>
                </a:cubicBezTo>
                <a:cubicBezTo>
                  <a:pt x="601872" y="510773"/>
                  <a:pt x="606605" y="536971"/>
                  <a:pt x="616071" y="557103"/>
                </a:cubicBezTo>
                <a:cubicBezTo>
                  <a:pt x="625537" y="577236"/>
                  <a:pt x="638569" y="591968"/>
                  <a:pt x="655168" y="601301"/>
                </a:cubicBezTo>
                <a:cubicBezTo>
                  <a:pt x="671767" y="610634"/>
                  <a:pt x="690733" y="615300"/>
                  <a:pt x="712065" y="615300"/>
                </a:cubicBezTo>
                <a:cubicBezTo>
                  <a:pt x="733797" y="615300"/>
                  <a:pt x="752096" y="611633"/>
                  <a:pt x="766962" y="604301"/>
                </a:cubicBezTo>
                <a:cubicBezTo>
                  <a:pt x="781827" y="596968"/>
                  <a:pt x="793093" y="586602"/>
                  <a:pt x="800760" y="573202"/>
                </a:cubicBezTo>
                <a:cubicBezTo>
                  <a:pt x="808426" y="559803"/>
                  <a:pt x="812259" y="544104"/>
                  <a:pt x="812259" y="526105"/>
                </a:cubicBezTo>
                <a:cubicBezTo>
                  <a:pt x="812259" y="507573"/>
                  <a:pt x="808626" y="492107"/>
                  <a:pt x="801360" y="479708"/>
                </a:cubicBezTo>
                <a:cubicBezTo>
                  <a:pt x="794093" y="467309"/>
                  <a:pt x="784394" y="457943"/>
                  <a:pt x="772261" y="451610"/>
                </a:cubicBezTo>
                <a:cubicBezTo>
                  <a:pt x="760129" y="445277"/>
                  <a:pt x="746596" y="442110"/>
                  <a:pt x="731664" y="442110"/>
                </a:cubicBezTo>
                <a:cubicBezTo>
                  <a:pt x="718598" y="442110"/>
                  <a:pt x="707665" y="443677"/>
                  <a:pt x="698866" y="446810"/>
                </a:cubicBezTo>
                <a:cubicBezTo>
                  <a:pt x="694466" y="448377"/>
                  <a:pt x="690358" y="450243"/>
                  <a:pt x="686542" y="452410"/>
                </a:cubicBezTo>
                <a:lnTo>
                  <a:pt x="676045" y="459755"/>
                </a:lnTo>
                <a:lnTo>
                  <a:pt x="677217" y="448460"/>
                </a:lnTo>
                <a:cubicBezTo>
                  <a:pt x="678650" y="438894"/>
                  <a:pt x="680800" y="430911"/>
                  <a:pt x="683667" y="424512"/>
                </a:cubicBezTo>
                <a:cubicBezTo>
                  <a:pt x="689400" y="411712"/>
                  <a:pt x="698599" y="405313"/>
                  <a:pt x="711265" y="405313"/>
                </a:cubicBezTo>
                <a:cubicBezTo>
                  <a:pt x="718731" y="405313"/>
                  <a:pt x="724631" y="407046"/>
                  <a:pt x="728964" y="410512"/>
                </a:cubicBezTo>
                <a:cubicBezTo>
                  <a:pt x="733297" y="413979"/>
                  <a:pt x="736397" y="419045"/>
                  <a:pt x="738263" y="425711"/>
                </a:cubicBezTo>
                <a:lnTo>
                  <a:pt x="807059" y="425711"/>
                </a:lnTo>
                <a:cubicBezTo>
                  <a:pt x="803993" y="401046"/>
                  <a:pt x="794627" y="381514"/>
                  <a:pt x="778961" y="367115"/>
                </a:cubicBezTo>
                <a:cubicBezTo>
                  <a:pt x="763295" y="352716"/>
                  <a:pt x="740730" y="345516"/>
                  <a:pt x="711265" y="345516"/>
                </a:cubicBezTo>
                <a:close/>
                <a:moveTo>
                  <a:pt x="36176" y="0"/>
                </a:moveTo>
                <a:lnTo>
                  <a:pt x="1972195" y="0"/>
                </a:lnTo>
                <a:cubicBezTo>
                  <a:pt x="1992174" y="0"/>
                  <a:pt x="2008371" y="16197"/>
                  <a:pt x="2008371" y="36176"/>
                </a:cubicBezTo>
                <a:lnTo>
                  <a:pt x="2008371" y="937608"/>
                </a:lnTo>
                <a:cubicBezTo>
                  <a:pt x="2008371" y="957587"/>
                  <a:pt x="1992174" y="973784"/>
                  <a:pt x="1972195" y="973784"/>
                </a:cubicBezTo>
                <a:lnTo>
                  <a:pt x="36176" y="973784"/>
                </a:lnTo>
                <a:cubicBezTo>
                  <a:pt x="16197" y="973784"/>
                  <a:pt x="0" y="957587"/>
                  <a:pt x="0" y="937608"/>
                </a:cubicBezTo>
                <a:lnTo>
                  <a:pt x="0" y="36176"/>
                </a:lnTo>
                <a:cubicBezTo>
                  <a:pt x="0" y="16197"/>
                  <a:pt x="16197" y="0"/>
                  <a:pt x="3617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dirty="0">
              <a:latin typeface="Aptos Black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13B44A-DF54-03DC-6AF9-FB48B3E8B541}"/>
              </a:ext>
            </a:extLst>
          </p:cNvPr>
          <p:cNvSpPr txBox="1"/>
          <p:nvPr/>
        </p:nvSpPr>
        <p:spPr>
          <a:xfrm>
            <a:off x="1118907" y="2480992"/>
            <a:ext cx="1244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Book Antiqua" panose="02040602050305030304" pitchFamily="18" charset="0"/>
              </a:rPr>
              <a:t>Bearish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34A397-66AC-2FE9-046A-6E265B05DAC9}"/>
              </a:ext>
            </a:extLst>
          </p:cNvPr>
          <p:cNvSpPr txBox="1"/>
          <p:nvPr/>
        </p:nvSpPr>
        <p:spPr>
          <a:xfrm>
            <a:off x="1158182" y="3992292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Book Antiqua" panose="02040602050305030304" pitchFamily="18" charset="0"/>
              </a:rPr>
              <a:t>Bullish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6C53227-0204-A77B-80C5-B9662D7EB5A9}"/>
              </a:ext>
            </a:extLst>
          </p:cNvPr>
          <p:cNvSpPr txBox="1"/>
          <p:nvPr/>
        </p:nvSpPr>
        <p:spPr>
          <a:xfrm>
            <a:off x="3399021" y="1376676"/>
            <a:ext cx="1483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Book Antiqua" panose="02040602050305030304" pitchFamily="18" charset="0"/>
              </a:rPr>
              <a:t>Precision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9C9571-22D4-7853-E171-1BE6357B6F98}"/>
              </a:ext>
            </a:extLst>
          </p:cNvPr>
          <p:cNvSpPr txBox="1"/>
          <p:nvPr/>
        </p:nvSpPr>
        <p:spPr>
          <a:xfrm>
            <a:off x="5783417" y="1376675"/>
            <a:ext cx="10567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Book Antiqua" panose="02040602050305030304" pitchFamily="18" charset="0"/>
              </a:rPr>
              <a:t>Recall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2B50D7-1CBF-1EAB-011E-CA3AD9F33CAE}"/>
              </a:ext>
            </a:extLst>
          </p:cNvPr>
          <p:cNvSpPr txBox="1"/>
          <p:nvPr/>
        </p:nvSpPr>
        <p:spPr>
          <a:xfrm>
            <a:off x="7738869" y="1376675"/>
            <a:ext cx="1535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Book Antiqua" panose="02040602050305030304" pitchFamily="18" charset="0"/>
              </a:rPr>
              <a:t>F1 - Score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972A17-3CA7-9430-8B6E-FA02ED3EFE74}"/>
              </a:ext>
            </a:extLst>
          </p:cNvPr>
          <p:cNvSpPr txBox="1"/>
          <p:nvPr/>
        </p:nvSpPr>
        <p:spPr>
          <a:xfrm>
            <a:off x="3118326" y="3690065"/>
            <a:ext cx="2008371" cy="973784"/>
          </a:xfrm>
          <a:custGeom>
            <a:avLst/>
            <a:gdLst/>
            <a:ahLst/>
            <a:cxnLst/>
            <a:rect l="l" t="t" r="r" b="b"/>
            <a:pathLst>
              <a:path w="2008371" h="973784">
                <a:moveTo>
                  <a:pt x="1341106" y="490508"/>
                </a:moveTo>
                <a:cubicBezTo>
                  <a:pt x="1345105" y="490508"/>
                  <a:pt x="1348439" y="492008"/>
                  <a:pt x="1351105" y="495007"/>
                </a:cubicBezTo>
                <a:cubicBezTo>
                  <a:pt x="1353772" y="498007"/>
                  <a:pt x="1355772" y="502607"/>
                  <a:pt x="1357105" y="508807"/>
                </a:cubicBezTo>
                <a:cubicBezTo>
                  <a:pt x="1358438" y="515006"/>
                  <a:pt x="1359105" y="522972"/>
                  <a:pt x="1359105" y="532705"/>
                </a:cubicBezTo>
                <a:cubicBezTo>
                  <a:pt x="1359105" y="542171"/>
                  <a:pt x="1358438" y="550004"/>
                  <a:pt x="1357105" y="556204"/>
                </a:cubicBezTo>
                <a:cubicBezTo>
                  <a:pt x="1355772" y="562403"/>
                  <a:pt x="1353772" y="567003"/>
                  <a:pt x="1351105" y="570003"/>
                </a:cubicBezTo>
                <a:cubicBezTo>
                  <a:pt x="1348439" y="573003"/>
                  <a:pt x="1345105" y="574502"/>
                  <a:pt x="1341106" y="574502"/>
                </a:cubicBezTo>
                <a:cubicBezTo>
                  <a:pt x="1337106" y="574502"/>
                  <a:pt x="1333806" y="573003"/>
                  <a:pt x="1331206" y="570003"/>
                </a:cubicBezTo>
                <a:cubicBezTo>
                  <a:pt x="1328606" y="567003"/>
                  <a:pt x="1326673" y="562403"/>
                  <a:pt x="1325407" y="556204"/>
                </a:cubicBezTo>
                <a:cubicBezTo>
                  <a:pt x="1324140" y="550004"/>
                  <a:pt x="1323507" y="542171"/>
                  <a:pt x="1323507" y="532705"/>
                </a:cubicBezTo>
                <a:cubicBezTo>
                  <a:pt x="1323507" y="522972"/>
                  <a:pt x="1324140" y="515006"/>
                  <a:pt x="1325407" y="508807"/>
                </a:cubicBezTo>
                <a:cubicBezTo>
                  <a:pt x="1326673" y="502607"/>
                  <a:pt x="1328606" y="498007"/>
                  <a:pt x="1331206" y="495007"/>
                </a:cubicBezTo>
                <a:cubicBezTo>
                  <a:pt x="1333806" y="492008"/>
                  <a:pt x="1337106" y="490508"/>
                  <a:pt x="1341106" y="490508"/>
                </a:cubicBezTo>
                <a:close/>
                <a:moveTo>
                  <a:pt x="1341106" y="450710"/>
                </a:moveTo>
                <a:cubicBezTo>
                  <a:pt x="1328840" y="450710"/>
                  <a:pt x="1317840" y="453110"/>
                  <a:pt x="1308108" y="457910"/>
                </a:cubicBezTo>
                <a:cubicBezTo>
                  <a:pt x="1298375" y="462709"/>
                  <a:pt x="1290709" y="471042"/>
                  <a:pt x="1285109" y="482908"/>
                </a:cubicBezTo>
                <a:cubicBezTo>
                  <a:pt x="1279509" y="494774"/>
                  <a:pt x="1276710" y="511240"/>
                  <a:pt x="1276710" y="532305"/>
                </a:cubicBezTo>
                <a:cubicBezTo>
                  <a:pt x="1276710" y="553104"/>
                  <a:pt x="1279509" y="569436"/>
                  <a:pt x="1285109" y="581302"/>
                </a:cubicBezTo>
                <a:cubicBezTo>
                  <a:pt x="1290709" y="593168"/>
                  <a:pt x="1298375" y="601534"/>
                  <a:pt x="1308108" y="606401"/>
                </a:cubicBezTo>
                <a:cubicBezTo>
                  <a:pt x="1317840" y="611267"/>
                  <a:pt x="1328840" y="613700"/>
                  <a:pt x="1341106" y="613700"/>
                </a:cubicBezTo>
                <a:cubicBezTo>
                  <a:pt x="1353238" y="613700"/>
                  <a:pt x="1364171" y="611267"/>
                  <a:pt x="1373904" y="606401"/>
                </a:cubicBezTo>
                <a:cubicBezTo>
                  <a:pt x="1383637" y="601534"/>
                  <a:pt x="1391369" y="593235"/>
                  <a:pt x="1397102" y="581502"/>
                </a:cubicBezTo>
                <a:cubicBezTo>
                  <a:pt x="1402835" y="569769"/>
                  <a:pt x="1405702" y="553504"/>
                  <a:pt x="1405702" y="532705"/>
                </a:cubicBezTo>
                <a:cubicBezTo>
                  <a:pt x="1405702" y="511640"/>
                  <a:pt x="1402902" y="495141"/>
                  <a:pt x="1397302" y="483208"/>
                </a:cubicBezTo>
                <a:cubicBezTo>
                  <a:pt x="1391703" y="471275"/>
                  <a:pt x="1384036" y="462876"/>
                  <a:pt x="1374304" y="458010"/>
                </a:cubicBezTo>
                <a:cubicBezTo>
                  <a:pt x="1364571" y="453143"/>
                  <a:pt x="1353505" y="450710"/>
                  <a:pt x="1341106" y="450710"/>
                </a:cubicBezTo>
                <a:close/>
                <a:moveTo>
                  <a:pt x="707865" y="442111"/>
                </a:moveTo>
                <a:lnTo>
                  <a:pt x="707865" y="509306"/>
                </a:lnTo>
                <a:lnTo>
                  <a:pt x="661668" y="509306"/>
                </a:lnTo>
                <a:close/>
                <a:moveTo>
                  <a:pt x="943590" y="410113"/>
                </a:moveTo>
                <a:cubicBezTo>
                  <a:pt x="947990" y="410113"/>
                  <a:pt x="951857" y="411579"/>
                  <a:pt x="955190" y="414512"/>
                </a:cubicBezTo>
                <a:cubicBezTo>
                  <a:pt x="958523" y="417445"/>
                  <a:pt x="961289" y="421878"/>
                  <a:pt x="963489" y="427811"/>
                </a:cubicBezTo>
                <a:cubicBezTo>
                  <a:pt x="965689" y="433744"/>
                  <a:pt x="967356" y="441077"/>
                  <a:pt x="968489" y="449810"/>
                </a:cubicBezTo>
                <a:cubicBezTo>
                  <a:pt x="969622" y="458543"/>
                  <a:pt x="970189" y="468709"/>
                  <a:pt x="970189" y="480308"/>
                </a:cubicBezTo>
                <a:cubicBezTo>
                  <a:pt x="970189" y="491774"/>
                  <a:pt x="969622" y="501874"/>
                  <a:pt x="968489" y="510606"/>
                </a:cubicBezTo>
                <a:cubicBezTo>
                  <a:pt x="967356" y="519339"/>
                  <a:pt x="965689" y="526672"/>
                  <a:pt x="963489" y="532605"/>
                </a:cubicBezTo>
                <a:cubicBezTo>
                  <a:pt x="961289" y="538538"/>
                  <a:pt x="958523" y="543038"/>
                  <a:pt x="955190" y="546104"/>
                </a:cubicBezTo>
                <a:cubicBezTo>
                  <a:pt x="951857" y="549171"/>
                  <a:pt x="947990" y="550704"/>
                  <a:pt x="943590" y="550704"/>
                </a:cubicBezTo>
                <a:cubicBezTo>
                  <a:pt x="939191" y="550704"/>
                  <a:pt x="935324" y="549171"/>
                  <a:pt x="931991" y="546104"/>
                </a:cubicBezTo>
                <a:cubicBezTo>
                  <a:pt x="928658" y="543038"/>
                  <a:pt x="925891" y="538538"/>
                  <a:pt x="923692" y="532605"/>
                </a:cubicBezTo>
                <a:cubicBezTo>
                  <a:pt x="921492" y="526672"/>
                  <a:pt x="919825" y="519339"/>
                  <a:pt x="918692" y="510606"/>
                </a:cubicBezTo>
                <a:cubicBezTo>
                  <a:pt x="917559" y="501874"/>
                  <a:pt x="916992" y="491774"/>
                  <a:pt x="916992" y="480308"/>
                </a:cubicBezTo>
                <a:cubicBezTo>
                  <a:pt x="916992" y="468709"/>
                  <a:pt x="917559" y="458543"/>
                  <a:pt x="918692" y="449810"/>
                </a:cubicBezTo>
                <a:cubicBezTo>
                  <a:pt x="919825" y="441077"/>
                  <a:pt x="921492" y="433744"/>
                  <a:pt x="923692" y="427811"/>
                </a:cubicBezTo>
                <a:cubicBezTo>
                  <a:pt x="925891" y="421878"/>
                  <a:pt x="928658" y="417445"/>
                  <a:pt x="931991" y="414512"/>
                </a:cubicBezTo>
                <a:cubicBezTo>
                  <a:pt x="935324" y="411579"/>
                  <a:pt x="939191" y="410113"/>
                  <a:pt x="943590" y="410113"/>
                </a:cubicBezTo>
                <a:close/>
                <a:moveTo>
                  <a:pt x="1143118" y="384714"/>
                </a:moveTo>
                <a:cubicBezTo>
                  <a:pt x="1147118" y="384714"/>
                  <a:pt x="1150451" y="386214"/>
                  <a:pt x="1153117" y="389214"/>
                </a:cubicBezTo>
                <a:cubicBezTo>
                  <a:pt x="1155784" y="392214"/>
                  <a:pt x="1157817" y="396813"/>
                  <a:pt x="1159217" y="403013"/>
                </a:cubicBezTo>
                <a:cubicBezTo>
                  <a:pt x="1160617" y="409213"/>
                  <a:pt x="1161317" y="417179"/>
                  <a:pt x="1161317" y="426912"/>
                </a:cubicBezTo>
                <a:cubicBezTo>
                  <a:pt x="1161317" y="436511"/>
                  <a:pt x="1160617" y="444377"/>
                  <a:pt x="1159217" y="450510"/>
                </a:cubicBezTo>
                <a:cubicBezTo>
                  <a:pt x="1157817" y="456643"/>
                  <a:pt x="1155784" y="461209"/>
                  <a:pt x="1153117" y="464209"/>
                </a:cubicBezTo>
                <a:cubicBezTo>
                  <a:pt x="1150451" y="467209"/>
                  <a:pt x="1147118" y="468709"/>
                  <a:pt x="1143118" y="468709"/>
                </a:cubicBezTo>
                <a:cubicBezTo>
                  <a:pt x="1139385" y="468709"/>
                  <a:pt x="1136218" y="467209"/>
                  <a:pt x="1133618" y="464209"/>
                </a:cubicBezTo>
                <a:cubicBezTo>
                  <a:pt x="1131019" y="461209"/>
                  <a:pt x="1129085" y="456643"/>
                  <a:pt x="1127819" y="450510"/>
                </a:cubicBezTo>
                <a:cubicBezTo>
                  <a:pt x="1126552" y="444377"/>
                  <a:pt x="1125919" y="436511"/>
                  <a:pt x="1125919" y="426912"/>
                </a:cubicBezTo>
                <a:cubicBezTo>
                  <a:pt x="1125919" y="417179"/>
                  <a:pt x="1126552" y="409213"/>
                  <a:pt x="1127819" y="403013"/>
                </a:cubicBezTo>
                <a:cubicBezTo>
                  <a:pt x="1129085" y="396813"/>
                  <a:pt x="1131019" y="392214"/>
                  <a:pt x="1133618" y="389214"/>
                </a:cubicBezTo>
                <a:cubicBezTo>
                  <a:pt x="1136218" y="386214"/>
                  <a:pt x="1139385" y="384714"/>
                  <a:pt x="1143118" y="384714"/>
                </a:cubicBezTo>
                <a:close/>
                <a:moveTo>
                  <a:pt x="706665" y="349116"/>
                </a:moveTo>
                <a:lnTo>
                  <a:pt x="594872" y="507307"/>
                </a:lnTo>
                <a:lnTo>
                  <a:pt x="594872" y="568703"/>
                </a:lnTo>
                <a:lnTo>
                  <a:pt x="705865" y="568703"/>
                </a:lnTo>
                <a:lnTo>
                  <a:pt x="705865" y="611700"/>
                </a:lnTo>
                <a:lnTo>
                  <a:pt x="780061" y="611700"/>
                </a:lnTo>
                <a:lnTo>
                  <a:pt x="780061" y="568703"/>
                </a:lnTo>
                <a:lnTo>
                  <a:pt x="813659" y="568703"/>
                </a:lnTo>
                <a:lnTo>
                  <a:pt x="813659" y="509306"/>
                </a:lnTo>
                <a:lnTo>
                  <a:pt x="780061" y="509306"/>
                </a:lnTo>
                <a:lnTo>
                  <a:pt x="780061" y="349116"/>
                </a:lnTo>
                <a:close/>
                <a:moveTo>
                  <a:pt x="1296708" y="348716"/>
                </a:moveTo>
                <a:lnTo>
                  <a:pt x="1137118" y="611700"/>
                </a:lnTo>
                <a:lnTo>
                  <a:pt x="1186515" y="611700"/>
                </a:lnTo>
                <a:lnTo>
                  <a:pt x="1346705" y="348716"/>
                </a:lnTo>
                <a:close/>
                <a:moveTo>
                  <a:pt x="1143118" y="345516"/>
                </a:moveTo>
                <a:cubicBezTo>
                  <a:pt x="1130985" y="345516"/>
                  <a:pt x="1120086" y="347950"/>
                  <a:pt x="1110420" y="352816"/>
                </a:cubicBezTo>
                <a:cubicBezTo>
                  <a:pt x="1100754" y="357682"/>
                  <a:pt x="1093088" y="365982"/>
                  <a:pt x="1087421" y="377715"/>
                </a:cubicBezTo>
                <a:cubicBezTo>
                  <a:pt x="1081755" y="389447"/>
                  <a:pt x="1078922" y="405713"/>
                  <a:pt x="1078922" y="426512"/>
                </a:cubicBezTo>
                <a:cubicBezTo>
                  <a:pt x="1078922" y="447710"/>
                  <a:pt x="1081755" y="464276"/>
                  <a:pt x="1087421" y="476209"/>
                </a:cubicBezTo>
                <a:cubicBezTo>
                  <a:pt x="1093088" y="488141"/>
                  <a:pt x="1100754" y="496507"/>
                  <a:pt x="1110420" y="501307"/>
                </a:cubicBezTo>
                <a:cubicBezTo>
                  <a:pt x="1120086" y="506107"/>
                  <a:pt x="1130985" y="508507"/>
                  <a:pt x="1143118" y="508507"/>
                </a:cubicBezTo>
                <a:cubicBezTo>
                  <a:pt x="1155517" y="508507"/>
                  <a:pt x="1166616" y="506107"/>
                  <a:pt x="1176416" y="501307"/>
                </a:cubicBezTo>
                <a:cubicBezTo>
                  <a:pt x="1186215" y="496507"/>
                  <a:pt x="1193981" y="488174"/>
                  <a:pt x="1199714" y="476308"/>
                </a:cubicBezTo>
                <a:cubicBezTo>
                  <a:pt x="1205447" y="464443"/>
                  <a:pt x="1208314" y="447977"/>
                  <a:pt x="1208314" y="426912"/>
                </a:cubicBezTo>
                <a:cubicBezTo>
                  <a:pt x="1208314" y="406113"/>
                  <a:pt x="1205481" y="389814"/>
                  <a:pt x="1199814" y="378014"/>
                </a:cubicBezTo>
                <a:cubicBezTo>
                  <a:pt x="1194148" y="366215"/>
                  <a:pt x="1186415" y="357849"/>
                  <a:pt x="1176616" y="352916"/>
                </a:cubicBezTo>
                <a:cubicBezTo>
                  <a:pt x="1166816" y="347983"/>
                  <a:pt x="1155650" y="345516"/>
                  <a:pt x="1143118" y="345516"/>
                </a:cubicBezTo>
                <a:close/>
                <a:moveTo>
                  <a:pt x="943590" y="345516"/>
                </a:moveTo>
                <a:cubicBezTo>
                  <a:pt x="928791" y="345516"/>
                  <a:pt x="915125" y="347916"/>
                  <a:pt x="902593" y="352716"/>
                </a:cubicBezTo>
                <a:cubicBezTo>
                  <a:pt x="890060" y="357516"/>
                  <a:pt x="879161" y="365182"/>
                  <a:pt x="869895" y="375715"/>
                </a:cubicBezTo>
                <a:cubicBezTo>
                  <a:pt x="860629" y="386247"/>
                  <a:pt x="853463" y="400113"/>
                  <a:pt x="848396" y="417312"/>
                </a:cubicBezTo>
                <a:cubicBezTo>
                  <a:pt x="843330" y="434511"/>
                  <a:pt x="840797" y="455510"/>
                  <a:pt x="840797" y="480308"/>
                </a:cubicBezTo>
                <a:cubicBezTo>
                  <a:pt x="840797" y="505107"/>
                  <a:pt x="843330" y="526139"/>
                  <a:pt x="848396" y="543404"/>
                </a:cubicBezTo>
                <a:cubicBezTo>
                  <a:pt x="853463" y="560670"/>
                  <a:pt x="860629" y="574569"/>
                  <a:pt x="869895" y="585102"/>
                </a:cubicBezTo>
                <a:cubicBezTo>
                  <a:pt x="879161" y="595635"/>
                  <a:pt x="890060" y="603301"/>
                  <a:pt x="902593" y="608100"/>
                </a:cubicBezTo>
                <a:cubicBezTo>
                  <a:pt x="915125" y="612900"/>
                  <a:pt x="928791" y="615300"/>
                  <a:pt x="943590" y="615300"/>
                </a:cubicBezTo>
                <a:cubicBezTo>
                  <a:pt x="958389" y="615300"/>
                  <a:pt x="972022" y="612900"/>
                  <a:pt x="984488" y="608100"/>
                </a:cubicBezTo>
                <a:cubicBezTo>
                  <a:pt x="996954" y="603301"/>
                  <a:pt x="1007820" y="595635"/>
                  <a:pt x="1017086" y="585102"/>
                </a:cubicBezTo>
                <a:cubicBezTo>
                  <a:pt x="1026352" y="574569"/>
                  <a:pt x="1033552" y="560670"/>
                  <a:pt x="1038685" y="543404"/>
                </a:cubicBezTo>
                <a:cubicBezTo>
                  <a:pt x="1043818" y="526139"/>
                  <a:pt x="1046384" y="505107"/>
                  <a:pt x="1046384" y="480308"/>
                </a:cubicBezTo>
                <a:cubicBezTo>
                  <a:pt x="1046384" y="455510"/>
                  <a:pt x="1043818" y="434511"/>
                  <a:pt x="1038685" y="417312"/>
                </a:cubicBezTo>
                <a:cubicBezTo>
                  <a:pt x="1033552" y="400113"/>
                  <a:pt x="1026352" y="386247"/>
                  <a:pt x="1017086" y="375715"/>
                </a:cubicBezTo>
                <a:cubicBezTo>
                  <a:pt x="1007820" y="365182"/>
                  <a:pt x="996954" y="357516"/>
                  <a:pt x="984488" y="352716"/>
                </a:cubicBezTo>
                <a:cubicBezTo>
                  <a:pt x="972022" y="347916"/>
                  <a:pt x="958389" y="345516"/>
                  <a:pt x="943590" y="345516"/>
                </a:cubicBezTo>
                <a:close/>
                <a:moveTo>
                  <a:pt x="36176" y="0"/>
                </a:moveTo>
                <a:lnTo>
                  <a:pt x="1972195" y="0"/>
                </a:lnTo>
                <a:cubicBezTo>
                  <a:pt x="1992174" y="0"/>
                  <a:pt x="2008371" y="16197"/>
                  <a:pt x="2008371" y="36176"/>
                </a:cubicBezTo>
                <a:lnTo>
                  <a:pt x="2008371" y="937608"/>
                </a:lnTo>
                <a:cubicBezTo>
                  <a:pt x="2008371" y="957587"/>
                  <a:pt x="1992174" y="973784"/>
                  <a:pt x="1972195" y="973784"/>
                </a:cubicBezTo>
                <a:lnTo>
                  <a:pt x="36176" y="973784"/>
                </a:lnTo>
                <a:cubicBezTo>
                  <a:pt x="16197" y="973784"/>
                  <a:pt x="0" y="957587"/>
                  <a:pt x="0" y="937608"/>
                </a:cubicBezTo>
                <a:lnTo>
                  <a:pt x="0" y="36176"/>
                </a:lnTo>
                <a:cubicBezTo>
                  <a:pt x="0" y="16197"/>
                  <a:pt x="16197" y="0"/>
                  <a:pt x="3617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dirty="0">
              <a:latin typeface="Aptos Black" panose="020F050202020403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9C0C14-77A9-452A-BD94-8CEBA8D595C9}"/>
              </a:ext>
            </a:extLst>
          </p:cNvPr>
          <p:cNvSpPr txBox="1"/>
          <p:nvPr/>
        </p:nvSpPr>
        <p:spPr>
          <a:xfrm>
            <a:off x="5345250" y="2178765"/>
            <a:ext cx="2008371" cy="973784"/>
          </a:xfrm>
          <a:custGeom>
            <a:avLst/>
            <a:gdLst/>
            <a:ahLst/>
            <a:cxnLst/>
            <a:rect l="l" t="t" r="r" b="b"/>
            <a:pathLst>
              <a:path w="2008371" h="973784">
                <a:moveTo>
                  <a:pt x="1341106" y="490508"/>
                </a:moveTo>
                <a:cubicBezTo>
                  <a:pt x="1345106" y="490508"/>
                  <a:pt x="1348439" y="492007"/>
                  <a:pt x="1351105" y="495007"/>
                </a:cubicBezTo>
                <a:cubicBezTo>
                  <a:pt x="1353772" y="498007"/>
                  <a:pt x="1355772" y="502607"/>
                  <a:pt x="1357105" y="508806"/>
                </a:cubicBezTo>
                <a:cubicBezTo>
                  <a:pt x="1358438" y="515006"/>
                  <a:pt x="1359105" y="522972"/>
                  <a:pt x="1359105" y="532705"/>
                </a:cubicBezTo>
                <a:cubicBezTo>
                  <a:pt x="1359105" y="542171"/>
                  <a:pt x="1358438" y="550004"/>
                  <a:pt x="1357105" y="556204"/>
                </a:cubicBezTo>
                <a:cubicBezTo>
                  <a:pt x="1355772" y="562403"/>
                  <a:pt x="1353772" y="567003"/>
                  <a:pt x="1351105" y="570003"/>
                </a:cubicBezTo>
                <a:cubicBezTo>
                  <a:pt x="1348439" y="573002"/>
                  <a:pt x="1345106" y="574502"/>
                  <a:pt x="1341106" y="574502"/>
                </a:cubicBezTo>
                <a:cubicBezTo>
                  <a:pt x="1337106" y="574502"/>
                  <a:pt x="1333806" y="573002"/>
                  <a:pt x="1331206" y="570003"/>
                </a:cubicBezTo>
                <a:cubicBezTo>
                  <a:pt x="1328607" y="567003"/>
                  <a:pt x="1326673" y="562403"/>
                  <a:pt x="1325407" y="556204"/>
                </a:cubicBezTo>
                <a:cubicBezTo>
                  <a:pt x="1324140" y="550004"/>
                  <a:pt x="1323507" y="542171"/>
                  <a:pt x="1323507" y="532705"/>
                </a:cubicBezTo>
                <a:cubicBezTo>
                  <a:pt x="1323507" y="522972"/>
                  <a:pt x="1324140" y="515006"/>
                  <a:pt x="1325407" y="508806"/>
                </a:cubicBezTo>
                <a:cubicBezTo>
                  <a:pt x="1326673" y="502607"/>
                  <a:pt x="1328607" y="498007"/>
                  <a:pt x="1331206" y="495007"/>
                </a:cubicBezTo>
                <a:cubicBezTo>
                  <a:pt x="1333806" y="492007"/>
                  <a:pt x="1337106" y="490508"/>
                  <a:pt x="1341106" y="490508"/>
                </a:cubicBezTo>
                <a:close/>
                <a:moveTo>
                  <a:pt x="1341106" y="450710"/>
                </a:moveTo>
                <a:cubicBezTo>
                  <a:pt x="1328840" y="450710"/>
                  <a:pt x="1317841" y="453110"/>
                  <a:pt x="1308108" y="457910"/>
                </a:cubicBezTo>
                <a:cubicBezTo>
                  <a:pt x="1298375" y="462709"/>
                  <a:pt x="1290709" y="471042"/>
                  <a:pt x="1285109" y="482908"/>
                </a:cubicBezTo>
                <a:cubicBezTo>
                  <a:pt x="1279510" y="494774"/>
                  <a:pt x="1276710" y="511240"/>
                  <a:pt x="1276710" y="532305"/>
                </a:cubicBezTo>
                <a:cubicBezTo>
                  <a:pt x="1276710" y="553104"/>
                  <a:pt x="1279510" y="569436"/>
                  <a:pt x="1285109" y="581302"/>
                </a:cubicBezTo>
                <a:cubicBezTo>
                  <a:pt x="1290709" y="593168"/>
                  <a:pt x="1298375" y="601534"/>
                  <a:pt x="1308108" y="606400"/>
                </a:cubicBezTo>
                <a:cubicBezTo>
                  <a:pt x="1317841" y="611267"/>
                  <a:pt x="1328840" y="613700"/>
                  <a:pt x="1341106" y="613700"/>
                </a:cubicBezTo>
                <a:cubicBezTo>
                  <a:pt x="1353238" y="613700"/>
                  <a:pt x="1364171" y="611267"/>
                  <a:pt x="1373904" y="606400"/>
                </a:cubicBezTo>
                <a:cubicBezTo>
                  <a:pt x="1383637" y="601534"/>
                  <a:pt x="1391369" y="593235"/>
                  <a:pt x="1397102" y="581502"/>
                </a:cubicBezTo>
                <a:cubicBezTo>
                  <a:pt x="1402835" y="569769"/>
                  <a:pt x="1405702" y="553504"/>
                  <a:pt x="1405702" y="532705"/>
                </a:cubicBezTo>
                <a:cubicBezTo>
                  <a:pt x="1405702" y="511640"/>
                  <a:pt x="1402902" y="495141"/>
                  <a:pt x="1397302" y="483208"/>
                </a:cubicBezTo>
                <a:cubicBezTo>
                  <a:pt x="1391703" y="471275"/>
                  <a:pt x="1384036" y="462876"/>
                  <a:pt x="1374304" y="458010"/>
                </a:cubicBezTo>
                <a:cubicBezTo>
                  <a:pt x="1364571" y="453143"/>
                  <a:pt x="1353505" y="450710"/>
                  <a:pt x="1341106" y="450710"/>
                </a:cubicBezTo>
                <a:close/>
                <a:moveTo>
                  <a:pt x="943590" y="410112"/>
                </a:moveTo>
                <a:cubicBezTo>
                  <a:pt x="947990" y="410112"/>
                  <a:pt x="951857" y="411579"/>
                  <a:pt x="955190" y="414512"/>
                </a:cubicBezTo>
                <a:cubicBezTo>
                  <a:pt x="958523" y="417445"/>
                  <a:pt x="961289" y="421878"/>
                  <a:pt x="963489" y="427811"/>
                </a:cubicBezTo>
                <a:cubicBezTo>
                  <a:pt x="965689" y="433744"/>
                  <a:pt x="967356" y="441077"/>
                  <a:pt x="968489" y="449810"/>
                </a:cubicBezTo>
                <a:cubicBezTo>
                  <a:pt x="969622" y="458543"/>
                  <a:pt x="970189" y="468709"/>
                  <a:pt x="970189" y="480308"/>
                </a:cubicBezTo>
                <a:cubicBezTo>
                  <a:pt x="970189" y="491774"/>
                  <a:pt x="969622" y="501874"/>
                  <a:pt x="968489" y="510606"/>
                </a:cubicBezTo>
                <a:cubicBezTo>
                  <a:pt x="967356" y="519339"/>
                  <a:pt x="965689" y="526672"/>
                  <a:pt x="963489" y="532605"/>
                </a:cubicBezTo>
                <a:cubicBezTo>
                  <a:pt x="961289" y="538538"/>
                  <a:pt x="958523" y="543038"/>
                  <a:pt x="955190" y="546104"/>
                </a:cubicBezTo>
                <a:cubicBezTo>
                  <a:pt x="951857" y="549171"/>
                  <a:pt x="947990" y="550704"/>
                  <a:pt x="943590" y="550704"/>
                </a:cubicBezTo>
                <a:cubicBezTo>
                  <a:pt x="939191" y="550704"/>
                  <a:pt x="935324" y="549171"/>
                  <a:pt x="931991" y="546104"/>
                </a:cubicBezTo>
                <a:cubicBezTo>
                  <a:pt x="928658" y="543038"/>
                  <a:pt x="925892" y="538538"/>
                  <a:pt x="923692" y="532605"/>
                </a:cubicBezTo>
                <a:cubicBezTo>
                  <a:pt x="921492" y="526672"/>
                  <a:pt x="919825" y="519339"/>
                  <a:pt x="918692" y="510606"/>
                </a:cubicBezTo>
                <a:cubicBezTo>
                  <a:pt x="917559" y="501874"/>
                  <a:pt x="916992" y="491774"/>
                  <a:pt x="916992" y="480308"/>
                </a:cubicBezTo>
                <a:cubicBezTo>
                  <a:pt x="916992" y="468709"/>
                  <a:pt x="917559" y="458543"/>
                  <a:pt x="918692" y="449810"/>
                </a:cubicBezTo>
                <a:cubicBezTo>
                  <a:pt x="919825" y="441077"/>
                  <a:pt x="921492" y="433744"/>
                  <a:pt x="923692" y="427811"/>
                </a:cubicBezTo>
                <a:cubicBezTo>
                  <a:pt x="925892" y="421878"/>
                  <a:pt x="928658" y="417445"/>
                  <a:pt x="931991" y="414512"/>
                </a:cubicBezTo>
                <a:cubicBezTo>
                  <a:pt x="935324" y="411579"/>
                  <a:pt x="939191" y="410112"/>
                  <a:pt x="943590" y="410112"/>
                </a:cubicBezTo>
                <a:close/>
                <a:moveTo>
                  <a:pt x="1143118" y="384714"/>
                </a:moveTo>
                <a:cubicBezTo>
                  <a:pt x="1147118" y="384714"/>
                  <a:pt x="1150451" y="386214"/>
                  <a:pt x="1153117" y="389214"/>
                </a:cubicBezTo>
                <a:cubicBezTo>
                  <a:pt x="1155784" y="392214"/>
                  <a:pt x="1157817" y="396813"/>
                  <a:pt x="1159217" y="403013"/>
                </a:cubicBezTo>
                <a:cubicBezTo>
                  <a:pt x="1160617" y="409212"/>
                  <a:pt x="1161317" y="417179"/>
                  <a:pt x="1161317" y="426911"/>
                </a:cubicBezTo>
                <a:cubicBezTo>
                  <a:pt x="1161317" y="436511"/>
                  <a:pt x="1160617" y="444377"/>
                  <a:pt x="1159217" y="450510"/>
                </a:cubicBezTo>
                <a:cubicBezTo>
                  <a:pt x="1157817" y="456643"/>
                  <a:pt x="1155784" y="461209"/>
                  <a:pt x="1153117" y="464209"/>
                </a:cubicBezTo>
                <a:cubicBezTo>
                  <a:pt x="1150451" y="467209"/>
                  <a:pt x="1147118" y="468709"/>
                  <a:pt x="1143118" y="468709"/>
                </a:cubicBezTo>
                <a:cubicBezTo>
                  <a:pt x="1139385" y="468709"/>
                  <a:pt x="1136218" y="467209"/>
                  <a:pt x="1133618" y="464209"/>
                </a:cubicBezTo>
                <a:cubicBezTo>
                  <a:pt x="1131019" y="461209"/>
                  <a:pt x="1129085" y="456643"/>
                  <a:pt x="1127819" y="450510"/>
                </a:cubicBezTo>
                <a:cubicBezTo>
                  <a:pt x="1126552" y="444377"/>
                  <a:pt x="1125919" y="436511"/>
                  <a:pt x="1125919" y="426911"/>
                </a:cubicBezTo>
                <a:cubicBezTo>
                  <a:pt x="1125919" y="417179"/>
                  <a:pt x="1126552" y="409212"/>
                  <a:pt x="1127819" y="403013"/>
                </a:cubicBezTo>
                <a:cubicBezTo>
                  <a:pt x="1129085" y="396813"/>
                  <a:pt x="1131019" y="392214"/>
                  <a:pt x="1133618" y="389214"/>
                </a:cubicBezTo>
                <a:cubicBezTo>
                  <a:pt x="1136218" y="386214"/>
                  <a:pt x="1139385" y="384714"/>
                  <a:pt x="1143118" y="384714"/>
                </a:cubicBezTo>
                <a:close/>
                <a:moveTo>
                  <a:pt x="1296708" y="348716"/>
                </a:moveTo>
                <a:lnTo>
                  <a:pt x="1137118" y="611700"/>
                </a:lnTo>
                <a:lnTo>
                  <a:pt x="1186515" y="611700"/>
                </a:lnTo>
                <a:lnTo>
                  <a:pt x="1346705" y="348716"/>
                </a:lnTo>
                <a:close/>
                <a:moveTo>
                  <a:pt x="602272" y="348716"/>
                </a:moveTo>
                <a:lnTo>
                  <a:pt x="602272" y="415112"/>
                </a:lnTo>
                <a:lnTo>
                  <a:pt x="729664" y="415112"/>
                </a:lnTo>
                <a:lnTo>
                  <a:pt x="621471" y="611700"/>
                </a:lnTo>
                <a:lnTo>
                  <a:pt x="701666" y="611700"/>
                </a:lnTo>
                <a:lnTo>
                  <a:pt x="805059" y="407713"/>
                </a:lnTo>
                <a:lnTo>
                  <a:pt x="805059" y="348716"/>
                </a:lnTo>
                <a:close/>
                <a:moveTo>
                  <a:pt x="1143118" y="345516"/>
                </a:moveTo>
                <a:cubicBezTo>
                  <a:pt x="1130985" y="345516"/>
                  <a:pt x="1120086" y="347950"/>
                  <a:pt x="1110420" y="352816"/>
                </a:cubicBezTo>
                <a:cubicBezTo>
                  <a:pt x="1100754" y="357682"/>
                  <a:pt x="1093088" y="365982"/>
                  <a:pt x="1087421" y="377714"/>
                </a:cubicBezTo>
                <a:cubicBezTo>
                  <a:pt x="1081755" y="389447"/>
                  <a:pt x="1078922" y="405713"/>
                  <a:pt x="1078922" y="426511"/>
                </a:cubicBezTo>
                <a:cubicBezTo>
                  <a:pt x="1078922" y="447710"/>
                  <a:pt x="1081755" y="464276"/>
                  <a:pt x="1087421" y="476208"/>
                </a:cubicBezTo>
                <a:cubicBezTo>
                  <a:pt x="1093088" y="488141"/>
                  <a:pt x="1100754" y="496507"/>
                  <a:pt x="1110420" y="501307"/>
                </a:cubicBezTo>
                <a:cubicBezTo>
                  <a:pt x="1120086" y="506107"/>
                  <a:pt x="1130985" y="508506"/>
                  <a:pt x="1143118" y="508506"/>
                </a:cubicBezTo>
                <a:cubicBezTo>
                  <a:pt x="1155517" y="508506"/>
                  <a:pt x="1166616" y="506107"/>
                  <a:pt x="1176416" y="501307"/>
                </a:cubicBezTo>
                <a:cubicBezTo>
                  <a:pt x="1186215" y="496507"/>
                  <a:pt x="1193981" y="488174"/>
                  <a:pt x="1199714" y="476308"/>
                </a:cubicBezTo>
                <a:cubicBezTo>
                  <a:pt x="1205447" y="464442"/>
                  <a:pt x="1208314" y="447977"/>
                  <a:pt x="1208314" y="426911"/>
                </a:cubicBezTo>
                <a:cubicBezTo>
                  <a:pt x="1208314" y="406113"/>
                  <a:pt x="1205481" y="389814"/>
                  <a:pt x="1199814" y="378014"/>
                </a:cubicBezTo>
                <a:cubicBezTo>
                  <a:pt x="1194148" y="366215"/>
                  <a:pt x="1186415" y="357849"/>
                  <a:pt x="1176616" y="352916"/>
                </a:cubicBezTo>
                <a:cubicBezTo>
                  <a:pt x="1166816" y="347983"/>
                  <a:pt x="1155650" y="345516"/>
                  <a:pt x="1143118" y="345516"/>
                </a:cubicBezTo>
                <a:close/>
                <a:moveTo>
                  <a:pt x="943590" y="345516"/>
                </a:moveTo>
                <a:cubicBezTo>
                  <a:pt x="928791" y="345516"/>
                  <a:pt x="915126" y="347916"/>
                  <a:pt x="902593" y="352716"/>
                </a:cubicBezTo>
                <a:cubicBezTo>
                  <a:pt x="890060" y="357516"/>
                  <a:pt x="879161" y="365182"/>
                  <a:pt x="869895" y="375715"/>
                </a:cubicBezTo>
                <a:cubicBezTo>
                  <a:pt x="860629" y="386247"/>
                  <a:pt x="853463" y="400113"/>
                  <a:pt x="848396" y="417312"/>
                </a:cubicBezTo>
                <a:cubicBezTo>
                  <a:pt x="843330" y="434511"/>
                  <a:pt x="840797" y="455510"/>
                  <a:pt x="840797" y="480308"/>
                </a:cubicBezTo>
                <a:cubicBezTo>
                  <a:pt x="840797" y="505107"/>
                  <a:pt x="843330" y="526139"/>
                  <a:pt x="848396" y="543404"/>
                </a:cubicBezTo>
                <a:cubicBezTo>
                  <a:pt x="853463" y="560670"/>
                  <a:pt x="860629" y="574569"/>
                  <a:pt x="869895" y="585102"/>
                </a:cubicBezTo>
                <a:cubicBezTo>
                  <a:pt x="879161" y="595634"/>
                  <a:pt x="890060" y="603301"/>
                  <a:pt x="902593" y="608100"/>
                </a:cubicBezTo>
                <a:cubicBezTo>
                  <a:pt x="915126" y="612900"/>
                  <a:pt x="928791" y="615300"/>
                  <a:pt x="943590" y="615300"/>
                </a:cubicBezTo>
                <a:cubicBezTo>
                  <a:pt x="958390" y="615300"/>
                  <a:pt x="972022" y="612900"/>
                  <a:pt x="984488" y="608100"/>
                </a:cubicBezTo>
                <a:cubicBezTo>
                  <a:pt x="996954" y="603301"/>
                  <a:pt x="1007820" y="595634"/>
                  <a:pt x="1017086" y="585102"/>
                </a:cubicBezTo>
                <a:cubicBezTo>
                  <a:pt x="1026352" y="574569"/>
                  <a:pt x="1033552" y="560670"/>
                  <a:pt x="1038685" y="543404"/>
                </a:cubicBezTo>
                <a:cubicBezTo>
                  <a:pt x="1043818" y="526139"/>
                  <a:pt x="1046384" y="505107"/>
                  <a:pt x="1046384" y="480308"/>
                </a:cubicBezTo>
                <a:cubicBezTo>
                  <a:pt x="1046384" y="455510"/>
                  <a:pt x="1043818" y="434511"/>
                  <a:pt x="1038685" y="417312"/>
                </a:cubicBezTo>
                <a:cubicBezTo>
                  <a:pt x="1033552" y="400113"/>
                  <a:pt x="1026352" y="386247"/>
                  <a:pt x="1017086" y="375715"/>
                </a:cubicBezTo>
                <a:cubicBezTo>
                  <a:pt x="1007820" y="365182"/>
                  <a:pt x="996954" y="357516"/>
                  <a:pt x="984488" y="352716"/>
                </a:cubicBezTo>
                <a:cubicBezTo>
                  <a:pt x="972022" y="347916"/>
                  <a:pt x="958390" y="345516"/>
                  <a:pt x="943590" y="345516"/>
                </a:cubicBezTo>
                <a:close/>
                <a:moveTo>
                  <a:pt x="36176" y="0"/>
                </a:moveTo>
                <a:lnTo>
                  <a:pt x="1972195" y="0"/>
                </a:lnTo>
                <a:cubicBezTo>
                  <a:pt x="1992174" y="0"/>
                  <a:pt x="2008371" y="16197"/>
                  <a:pt x="2008371" y="36176"/>
                </a:cubicBezTo>
                <a:lnTo>
                  <a:pt x="2008371" y="937608"/>
                </a:lnTo>
                <a:cubicBezTo>
                  <a:pt x="2008371" y="957587"/>
                  <a:pt x="1992174" y="973784"/>
                  <a:pt x="1972195" y="973784"/>
                </a:cubicBezTo>
                <a:lnTo>
                  <a:pt x="36176" y="973784"/>
                </a:lnTo>
                <a:cubicBezTo>
                  <a:pt x="16197" y="973784"/>
                  <a:pt x="0" y="957587"/>
                  <a:pt x="0" y="937608"/>
                </a:cubicBezTo>
                <a:lnTo>
                  <a:pt x="0" y="36176"/>
                </a:lnTo>
                <a:cubicBezTo>
                  <a:pt x="0" y="16197"/>
                  <a:pt x="16197" y="0"/>
                  <a:pt x="3617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dirty="0">
              <a:latin typeface="Aptos Black" panose="020F050202020403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BB3223A-1963-3811-03A1-475A203C24E3}"/>
              </a:ext>
            </a:extLst>
          </p:cNvPr>
          <p:cNvSpPr txBox="1"/>
          <p:nvPr/>
        </p:nvSpPr>
        <p:spPr>
          <a:xfrm>
            <a:off x="5345250" y="3690065"/>
            <a:ext cx="2008371" cy="973784"/>
          </a:xfrm>
          <a:custGeom>
            <a:avLst/>
            <a:gdLst/>
            <a:ahLst/>
            <a:cxnLst/>
            <a:rect l="l" t="t" r="r" b="b"/>
            <a:pathLst>
              <a:path w="2008371" h="973784">
                <a:moveTo>
                  <a:pt x="1341106" y="490508"/>
                </a:moveTo>
                <a:cubicBezTo>
                  <a:pt x="1345106" y="490508"/>
                  <a:pt x="1348439" y="492008"/>
                  <a:pt x="1351105" y="495007"/>
                </a:cubicBezTo>
                <a:cubicBezTo>
                  <a:pt x="1353772" y="498007"/>
                  <a:pt x="1355772" y="502607"/>
                  <a:pt x="1357105" y="508807"/>
                </a:cubicBezTo>
                <a:cubicBezTo>
                  <a:pt x="1358438" y="515006"/>
                  <a:pt x="1359105" y="522972"/>
                  <a:pt x="1359105" y="532705"/>
                </a:cubicBezTo>
                <a:cubicBezTo>
                  <a:pt x="1359105" y="542171"/>
                  <a:pt x="1358438" y="550004"/>
                  <a:pt x="1357105" y="556204"/>
                </a:cubicBezTo>
                <a:cubicBezTo>
                  <a:pt x="1355772" y="562403"/>
                  <a:pt x="1353772" y="567003"/>
                  <a:pt x="1351105" y="570003"/>
                </a:cubicBezTo>
                <a:cubicBezTo>
                  <a:pt x="1348439" y="573003"/>
                  <a:pt x="1345106" y="574502"/>
                  <a:pt x="1341106" y="574502"/>
                </a:cubicBezTo>
                <a:cubicBezTo>
                  <a:pt x="1337106" y="574502"/>
                  <a:pt x="1333806" y="573003"/>
                  <a:pt x="1331206" y="570003"/>
                </a:cubicBezTo>
                <a:cubicBezTo>
                  <a:pt x="1328607" y="567003"/>
                  <a:pt x="1326673" y="562403"/>
                  <a:pt x="1325407" y="556204"/>
                </a:cubicBezTo>
                <a:cubicBezTo>
                  <a:pt x="1324140" y="550004"/>
                  <a:pt x="1323507" y="542171"/>
                  <a:pt x="1323507" y="532705"/>
                </a:cubicBezTo>
                <a:cubicBezTo>
                  <a:pt x="1323507" y="522972"/>
                  <a:pt x="1324140" y="515006"/>
                  <a:pt x="1325407" y="508807"/>
                </a:cubicBezTo>
                <a:cubicBezTo>
                  <a:pt x="1326673" y="502607"/>
                  <a:pt x="1328607" y="498007"/>
                  <a:pt x="1331206" y="495007"/>
                </a:cubicBezTo>
                <a:cubicBezTo>
                  <a:pt x="1333806" y="492008"/>
                  <a:pt x="1337106" y="490508"/>
                  <a:pt x="1341106" y="490508"/>
                </a:cubicBezTo>
                <a:close/>
                <a:moveTo>
                  <a:pt x="1341106" y="450710"/>
                </a:moveTo>
                <a:cubicBezTo>
                  <a:pt x="1328840" y="450710"/>
                  <a:pt x="1317841" y="453110"/>
                  <a:pt x="1308108" y="457910"/>
                </a:cubicBezTo>
                <a:cubicBezTo>
                  <a:pt x="1298375" y="462709"/>
                  <a:pt x="1290709" y="471042"/>
                  <a:pt x="1285109" y="482908"/>
                </a:cubicBezTo>
                <a:cubicBezTo>
                  <a:pt x="1279510" y="494774"/>
                  <a:pt x="1276710" y="511240"/>
                  <a:pt x="1276710" y="532305"/>
                </a:cubicBezTo>
                <a:cubicBezTo>
                  <a:pt x="1276710" y="553104"/>
                  <a:pt x="1279510" y="569436"/>
                  <a:pt x="1285109" y="581302"/>
                </a:cubicBezTo>
                <a:cubicBezTo>
                  <a:pt x="1290709" y="593168"/>
                  <a:pt x="1298375" y="601534"/>
                  <a:pt x="1308108" y="606401"/>
                </a:cubicBezTo>
                <a:cubicBezTo>
                  <a:pt x="1317841" y="611267"/>
                  <a:pt x="1328840" y="613700"/>
                  <a:pt x="1341106" y="613700"/>
                </a:cubicBezTo>
                <a:cubicBezTo>
                  <a:pt x="1353238" y="613700"/>
                  <a:pt x="1364171" y="611267"/>
                  <a:pt x="1373904" y="606401"/>
                </a:cubicBezTo>
                <a:cubicBezTo>
                  <a:pt x="1383637" y="601534"/>
                  <a:pt x="1391369" y="593235"/>
                  <a:pt x="1397102" y="581502"/>
                </a:cubicBezTo>
                <a:cubicBezTo>
                  <a:pt x="1402835" y="569769"/>
                  <a:pt x="1405702" y="553504"/>
                  <a:pt x="1405702" y="532705"/>
                </a:cubicBezTo>
                <a:cubicBezTo>
                  <a:pt x="1405702" y="511640"/>
                  <a:pt x="1402902" y="495141"/>
                  <a:pt x="1397302" y="483208"/>
                </a:cubicBezTo>
                <a:cubicBezTo>
                  <a:pt x="1391703" y="471275"/>
                  <a:pt x="1384036" y="462876"/>
                  <a:pt x="1374304" y="458010"/>
                </a:cubicBezTo>
                <a:cubicBezTo>
                  <a:pt x="1364571" y="453143"/>
                  <a:pt x="1353505" y="450710"/>
                  <a:pt x="1341106" y="450710"/>
                </a:cubicBezTo>
                <a:close/>
                <a:moveTo>
                  <a:pt x="707865" y="442111"/>
                </a:moveTo>
                <a:lnTo>
                  <a:pt x="707865" y="509306"/>
                </a:lnTo>
                <a:lnTo>
                  <a:pt x="661668" y="509306"/>
                </a:lnTo>
                <a:close/>
                <a:moveTo>
                  <a:pt x="943590" y="410113"/>
                </a:moveTo>
                <a:cubicBezTo>
                  <a:pt x="947990" y="410113"/>
                  <a:pt x="951857" y="411579"/>
                  <a:pt x="955190" y="414512"/>
                </a:cubicBezTo>
                <a:cubicBezTo>
                  <a:pt x="958523" y="417445"/>
                  <a:pt x="961289" y="421878"/>
                  <a:pt x="963489" y="427811"/>
                </a:cubicBezTo>
                <a:cubicBezTo>
                  <a:pt x="965689" y="433744"/>
                  <a:pt x="967356" y="441077"/>
                  <a:pt x="968489" y="449810"/>
                </a:cubicBezTo>
                <a:cubicBezTo>
                  <a:pt x="969622" y="458543"/>
                  <a:pt x="970189" y="468709"/>
                  <a:pt x="970189" y="480308"/>
                </a:cubicBezTo>
                <a:cubicBezTo>
                  <a:pt x="970189" y="491774"/>
                  <a:pt x="969622" y="501874"/>
                  <a:pt x="968489" y="510606"/>
                </a:cubicBezTo>
                <a:cubicBezTo>
                  <a:pt x="967356" y="519339"/>
                  <a:pt x="965689" y="526672"/>
                  <a:pt x="963489" y="532605"/>
                </a:cubicBezTo>
                <a:cubicBezTo>
                  <a:pt x="961289" y="538538"/>
                  <a:pt x="958523" y="543038"/>
                  <a:pt x="955190" y="546104"/>
                </a:cubicBezTo>
                <a:cubicBezTo>
                  <a:pt x="951857" y="549171"/>
                  <a:pt x="947990" y="550704"/>
                  <a:pt x="943590" y="550704"/>
                </a:cubicBezTo>
                <a:cubicBezTo>
                  <a:pt x="939191" y="550704"/>
                  <a:pt x="935324" y="549171"/>
                  <a:pt x="931991" y="546104"/>
                </a:cubicBezTo>
                <a:cubicBezTo>
                  <a:pt x="928658" y="543038"/>
                  <a:pt x="925892" y="538538"/>
                  <a:pt x="923692" y="532605"/>
                </a:cubicBezTo>
                <a:cubicBezTo>
                  <a:pt x="921492" y="526672"/>
                  <a:pt x="919825" y="519339"/>
                  <a:pt x="918692" y="510606"/>
                </a:cubicBezTo>
                <a:cubicBezTo>
                  <a:pt x="917559" y="501874"/>
                  <a:pt x="916992" y="491774"/>
                  <a:pt x="916992" y="480308"/>
                </a:cubicBezTo>
                <a:cubicBezTo>
                  <a:pt x="916992" y="468709"/>
                  <a:pt x="917559" y="458543"/>
                  <a:pt x="918692" y="449810"/>
                </a:cubicBezTo>
                <a:cubicBezTo>
                  <a:pt x="919825" y="441077"/>
                  <a:pt x="921492" y="433744"/>
                  <a:pt x="923692" y="427811"/>
                </a:cubicBezTo>
                <a:cubicBezTo>
                  <a:pt x="925892" y="421878"/>
                  <a:pt x="928658" y="417445"/>
                  <a:pt x="931991" y="414512"/>
                </a:cubicBezTo>
                <a:cubicBezTo>
                  <a:pt x="935324" y="411579"/>
                  <a:pt x="939191" y="410113"/>
                  <a:pt x="943590" y="410113"/>
                </a:cubicBezTo>
                <a:close/>
                <a:moveTo>
                  <a:pt x="1143118" y="384714"/>
                </a:moveTo>
                <a:cubicBezTo>
                  <a:pt x="1147118" y="384714"/>
                  <a:pt x="1150451" y="386214"/>
                  <a:pt x="1153117" y="389214"/>
                </a:cubicBezTo>
                <a:cubicBezTo>
                  <a:pt x="1155784" y="392214"/>
                  <a:pt x="1157817" y="396813"/>
                  <a:pt x="1159217" y="403013"/>
                </a:cubicBezTo>
                <a:cubicBezTo>
                  <a:pt x="1160617" y="409213"/>
                  <a:pt x="1161317" y="417179"/>
                  <a:pt x="1161317" y="426912"/>
                </a:cubicBezTo>
                <a:cubicBezTo>
                  <a:pt x="1161317" y="436511"/>
                  <a:pt x="1160617" y="444377"/>
                  <a:pt x="1159217" y="450510"/>
                </a:cubicBezTo>
                <a:cubicBezTo>
                  <a:pt x="1157817" y="456643"/>
                  <a:pt x="1155784" y="461209"/>
                  <a:pt x="1153117" y="464209"/>
                </a:cubicBezTo>
                <a:cubicBezTo>
                  <a:pt x="1150451" y="467209"/>
                  <a:pt x="1147118" y="468709"/>
                  <a:pt x="1143118" y="468709"/>
                </a:cubicBezTo>
                <a:cubicBezTo>
                  <a:pt x="1139385" y="468709"/>
                  <a:pt x="1136218" y="467209"/>
                  <a:pt x="1133618" y="464209"/>
                </a:cubicBezTo>
                <a:cubicBezTo>
                  <a:pt x="1131019" y="461209"/>
                  <a:pt x="1129085" y="456643"/>
                  <a:pt x="1127819" y="450510"/>
                </a:cubicBezTo>
                <a:cubicBezTo>
                  <a:pt x="1126552" y="444377"/>
                  <a:pt x="1125919" y="436511"/>
                  <a:pt x="1125919" y="426912"/>
                </a:cubicBezTo>
                <a:cubicBezTo>
                  <a:pt x="1125919" y="417179"/>
                  <a:pt x="1126552" y="409213"/>
                  <a:pt x="1127819" y="403013"/>
                </a:cubicBezTo>
                <a:cubicBezTo>
                  <a:pt x="1129085" y="396813"/>
                  <a:pt x="1131019" y="392214"/>
                  <a:pt x="1133618" y="389214"/>
                </a:cubicBezTo>
                <a:cubicBezTo>
                  <a:pt x="1136218" y="386214"/>
                  <a:pt x="1139385" y="384714"/>
                  <a:pt x="1143118" y="384714"/>
                </a:cubicBezTo>
                <a:close/>
                <a:moveTo>
                  <a:pt x="706665" y="349116"/>
                </a:moveTo>
                <a:lnTo>
                  <a:pt x="594872" y="507307"/>
                </a:lnTo>
                <a:lnTo>
                  <a:pt x="594872" y="568703"/>
                </a:lnTo>
                <a:lnTo>
                  <a:pt x="705865" y="568703"/>
                </a:lnTo>
                <a:lnTo>
                  <a:pt x="705865" y="611700"/>
                </a:lnTo>
                <a:lnTo>
                  <a:pt x="780061" y="611700"/>
                </a:lnTo>
                <a:lnTo>
                  <a:pt x="780061" y="568703"/>
                </a:lnTo>
                <a:lnTo>
                  <a:pt x="813659" y="568703"/>
                </a:lnTo>
                <a:lnTo>
                  <a:pt x="813659" y="509306"/>
                </a:lnTo>
                <a:lnTo>
                  <a:pt x="780061" y="509306"/>
                </a:lnTo>
                <a:lnTo>
                  <a:pt x="780061" y="349116"/>
                </a:lnTo>
                <a:close/>
                <a:moveTo>
                  <a:pt x="1296708" y="348716"/>
                </a:moveTo>
                <a:lnTo>
                  <a:pt x="1137118" y="611700"/>
                </a:lnTo>
                <a:lnTo>
                  <a:pt x="1186515" y="611700"/>
                </a:lnTo>
                <a:lnTo>
                  <a:pt x="1346705" y="348716"/>
                </a:lnTo>
                <a:close/>
                <a:moveTo>
                  <a:pt x="1143118" y="345516"/>
                </a:moveTo>
                <a:cubicBezTo>
                  <a:pt x="1130985" y="345516"/>
                  <a:pt x="1120086" y="347950"/>
                  <a:pt x="1110420" y="352816"/>
                </a:cubicBezTo>
                <a:cubicBezTo>
                  <a:pt x="1100754" y="357682"/>
                  <a:pt x="1093088" y="365982"/>
                  <a:pt x="1087421" y="377715"/>
                </a:cubicBezTo>
                <a:cubicBezTo>
                  <a:pt x="1081755" y="389447"/>
                  <a:pt x="1078922" y="405713"/>
                  <a:pt x="1078922" y="426512"/>
                </a:cubicBezTo>
                <a:cubicBezTo>
                  <a:pt x="1078922" y="447710"/>
                  <a:pt x="1081755" y="464276"/>
                  <a:pt x="1087421" y="476209"/>
                </a:cubicBezTo>
                <a:cubicBezTo>
                  <a:pt x="1093088" y="488141"/>
                  <a:pt x="1100754" y="496507"/>
                  <a:pt x="1110420" y="501307"/>
                </a:cubicBezTo>
                <a:cubicBezTo>
                  <a:pt x="1120086" y="506107"/>
                  <a:pt x="1130985" y="508507"/>
                  <a:pt x="1143118" y="508507"/>
                </a:cubicBezTo>
                <a:cubicBezTo>
                  <a:pt x="1155517" y="508507"/>
                  <a:pt x="1166616" y="506107"/>
                  <a:pt x="1176416" y="501307"/>
                </a:cubicBezTo>
                <a:cubicBezTo>
                  <a:pt x="1186215" y="496507"/>
                  <a:pt x="1193981" y="488174"/>
                  <a:pt x="1199714" y="476308"/>
                </a:cubicBezTo>
                <a:cubicBezTo>
                  <a:pt x="1205447" y="464443"/>
                  <a:pt x="1208314" y="447977"/>
                  <a:pt x="1208314" y="426912"/>
                </a:cubicBezTo>
                <a:cubicBezTo>
                  <a:pt x="1208314" y="406113"/>
                  <a:pt x="1205481" y="389814"/>
                  <a:pt x="1199814" y="378014"/>
                </a:cubicBezTo>
                <a:cubicBezTo>
                  <a:pt x="1194148" y="366215"/>
                  <a:pt x="1186415" y="357849"/>
                  <a:pt x="1176616" y="352916"/>
                </a:cubicBezTo>
                <a:cubicBezTo>
                  <a:pt x="1166816" y="347983"/>
                  <a:pt x="1155650" y="345516"/>
                  <a:pt x="1143118" y="345516"/>
                </a:cubicBezTo>
                <a:close/>
                <a:moveTo>
                  <a:pt x="943590" y="345516"/>
                </a:moveTo>
                <a:cubicBezTo>
                  <a:pt x="928791" y="345516"/>
                  <a:pt x="915126" y="347916"/>
                  <a:pt x="902593" y="352716"/>
                </a:cubicBezTo>
                <a:cubicBezTo>
                  <a:pt x="890060" y="357516"/>
                  <a:pt x="879161" y="365182"/>
                  <a:pt x="869895" y="375715"/>
                </a:cubicBezTo>
                <a:cubicBezTo>
                  <a:pt x="860629" y="386247"/>
                  <a:pt x="853463" y="400113"/>
                  <a:pt x="848396" y="417312"/>
                </a:cubicBezTo>
                <a:cubicBezTo>
                  <a:pt x="843330" y="434511"/>
                  <a:pt x="840797" y="455510"/>
                  <a:pt x="840797" y="480308"/>
                </a:cubicBezTo>
                <a:cubicBezTo>
                  <a:pt x="840797" y="505107"/>
                  <a:pt x="843330" y="526139"/>
                  <a:pt x="848396" y="543404"/>
                </a:cubicBezTo>
                <a:cubicBezTo>
                  <a:pt x="853463" y="560670"/>
                  <a:pt x="860629" y="574569"/>
                  <a:pt x="869895" y="585102"/>
                </a:cubicBezTo>
                <a:cubicBezTo>
                  <a:pt x="879161" y="595635"/>
                  <a:pt x="890060" y="603301"/>
                  <a:pt x="902593" y="608100"/>
                </a:cubicBezTo>
                <a:cubicBezTo>
                  <a:pt x="915126" y="612900"/>
                  <a:pt x="928791" y="615300"/>
                  <a:pt x="943590" y="615300"/>
                </a:cubicBezTo>
                <a:cubicBezTo>
                  <a:pt x="958390" y="615300"/>
                  <a:pt x="972022" y="612900"/>
                  <a:pt x="984488" y="608100"/>
                </a:cubicBezTo>
                <a:cubicBezTo>
                  <a:pt x="996954" y="603301"/>
                  <a:pt x="1007820" y="595635"/>
                  <a:pt x="1017086" y="585102"/>
                </a:cubicBezTo>
                <a:cubicBezTo>
                  <a:pt x="1026352" y="574569"/>
                  <a:pt x="1033552" y="560670"/>
                  <a:pt x="1038685" y="543404"/>
                </a:cubicBezTo>
                <a:cubicBezTo>
                  <a:pt x="1043818" y="526139"/>
                  <a:pt x="1046384" y="505107"/>
                  <a:pt x="1046384" y="480308"/>
                </a:cubicBezTo>
                <a:cubicBezTo>
                  <a:pt x="1046384" y="455510"/>
                  <a:pt x="1043818" y="434511"/>
                  <a:pt x="1038685" y="417312"/>
                </a:cubicBezTo>
                <a:cubicBezTo>
                  <a:pt x="1033552" y="400113"/>
                  <a:pt x="1026352" y="386247"/>
                  <a:pt x="1017086" y="375715"/>
                </a:cubicBezTo>
                <a:cubicBezTo>
                  <a:pt x="1007820" y="365182"/>
                  <a:pt x="996954" y="357516"/>
                  <a:pt x="984488" y="352716"/>
                </a:cubicBezTo>
                <a:cubicBezTo>
                  <a:pt x="972022" y="347916"/>
                  <a:pt x="958390" y="345516"/>
                  <a:pt x="943590" y="345516"/>
                </a:cubicBezTo>
                <a:close/>
                <a:moveTo>
                  <a:pt x="36176" y="0"/>
                </a:moveTo>
                <a:lnTo>
                  <a:pt x="1972195" y="0"/>
                </a:lnTo>
                <a:cubicBezTo>
                  <a:pt x="1992174" y="0"/>
                  <a:pt x="2008371" y="16197"/>
                  <a:pt x="2008371" y="36176"/>
                </a:cubicBezTo>
                <a:lnTo>
                  <a:pt x="2008371" y="937608"/>
                </a:lnTo>
                <a:cubicBezTo>
                  <a:pt x="2008371" y="957587"/>
                  <a:pt x="1992174" y="973784"/>
                  <a:pt x="1972195" y="973784"/>
                </a:cubicBezTo>
                <a:lnTo>
                  <a:pt x="36176" y="973784"/>
                </a:lnTo>
                <a:cubicBezTo>
                  <a:pt x="16197" y="973784"/>
                  <a:pt x="0" y="957587"/>
                  <a:pt x="0" y="937608"/>
                </a:cubicBezTo>
                <a:lnTo>
                  <a:pt x="0" y="36176"/>
                </a:lnTo>
                <a:cubicBezTo>
                  <a:pt x="0" y="16197"/>
                  <a:pt x="16197" y="0"/>
                  <a:pt x="3617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dirty="0">
              <a:latin typeface="Aptos Black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B9677E-724F-9CB1-DBE1-AAC1B35E0E1A}"/>
              </a:ext>
            </a:extLst>
          </p:cNvPr>
          <p:cNvSpPr txBox="1"/>
          <p:nvPr/>
        </p:nvSpPr>
        <p:spPr>
          <a:xfrm>
            <a:off x="7572174" y="2178765"/>
            <a:ext cx="2008371" cy="973784"/>
          </a:xfrm>
          <a:custGeom>
            <a:avLst/>
            <a:gdLst/>
            <a:ahLst/>
            <a:cxnLst/>
            <a:rect l="l" t="t" r="r" b="b"/>
            <a:pathLst>
              <a:path w="2008371" h="973784">
                <a:moveTo>
                  <a:pt x="712465" y="500707"/>
                </a:moveTo>
                <a:cubicBezTo>
                  <a:pt x="722731" y="500707"/>
                  <a:pt x="730464" y="502873"/>
                  <a:pt x="735664" y="507207"/>
                </a:cubicBezTo>
                <a:cubicBezTo>
                  <a:pt x="740863" y="511540"/>
                  <a:pt x="743463" y="517839"/>
                  <a:pt x="743463" y="526105"/>
                </a:cubicBezTo>
                <a:cubicBezTo>
                  <a:pt x="743463" y="534905"/>
                  <a:pt x="740830" y="542004"/>
                  <a:pt x="735564" y="547404"/>
                </a:cubicBezTo>
                <a:cubicBezTo>
                  <a:pt x="730297" y="552804"/>
                  <a:pt x="722464" y="555504"/>
                  <a:pt x="712065" y="555504"/>
                </a:cubicBezTo>
                <a:cubicBezTo>
                  <a:pt x="704866" y="555504"/>
                  <a:pt x="698466" y="553404"/>
                  <a:pt x="692866" y="549204"/>
                </a:cubicBezTo>
                <a:cubicBezTo>
                  <a:pt x="687267" y="545004"/>
                  <a:pt x="682900" y="538505"/>
                  <a:pt x="679767" y="529705"/>
                </a:cubicBezTo>
                <a:cubicBezTo>
                  <a:pt x="678201" y="525305"/>
                  <a:pt x="677026" y="520306"/>
                  <a:pt x="676242" y="514706"/>
                </a:cubicBezTo>
                <a:lnTo>
                  <a:pt x="676063" y="511870"/>
                </a:lnTo>
                <a:lnTo>
                  <a:pt x="680667" y="508306"/>
                </a:lnTo>
                <a:cubicBezTo>
                  <a:pt x="689600" y="503240"/>
                  <a:pt x="700199" y="500707"/>
                  <a:pt x="712465" y="500707"/>
                </a:cubicBezTo>
                <a:close/>
                <a:moveTo>
                  <a:pt x="1341106" y="490508"/>
                </a:moveTo>
                <a:cubicBezTo>
                  <a:pt x="1345105" y="490508"/>
                  <a:pt x="1348438" y="492007"/>
                  <a:pt x="1351105" y="495007"/>
                </a:cubicBezTo>
                <a:cubicBezTo>
                  <a:pt x="1353772" y="498007"/>
                  <a:pt x="1355771" y="502607"/>
                  <a:pt x="1357105" y="508806"/>
                </a:cubicBezTo>
                <a:cubicBezTo>
                  <a:pt x="1358438" y="515006"/>
                  <a:pt x="1359104" y="522972"/>
                  <a:pt x="1359104" y="532705"/>
                </a:cubicBezTo>
                <a:cubicBezTo>
                  <a:pt x="1359104" y="542171"/>
                  <a:pt x="1358438" y="550004"/>
                  <a:pt x="1357105" y="556204"/>
                </a:cubicBezTo>
                <a:cubicBezTo>
                  <a:pt x="1355771" y="562403"/>
                  <a:pt x="1353772" y="567003"/>
                  <a:pt x="1351105" y="570003"/>
                </a:cubicBezTo>
                <a:cubicBezTo>
                  <a:pt x="1348438" y="573002"/>
                  <a:pt x="1345105" y="574502"/>
                  <a:pt x="1341106" y="574502"/>
                </a:cubicBezTo>
                <a:cubicBezTo>
                  <a:pt x="1337106" y="574502"/>
                  <a:pt x="1333806" y="573002"/>
                  <a:pt x="1331206" y="570003"/>
                </a:cubicBezTo>
                <a:cubicBezTo>
                  <a:pt x="1328606" y="567003"/>
                  <a:pt x="1326673" y="562403"/>
                  <a:pt x="1325406" y="556204"/>
                </a:cubicBezTo>
                <a:cubicBezTo>
                  <a:pt x="1324140" y="550004"/>
                  <a:pt x="1323507" y="542171"/>
                  <a:pt x="1323507" y="532705"/>
                </a:cubicBezTo>
                <a:cubicBezTo>
                  <a:pt x="1323507" y="522972"/>
                  <a:pt x="1324140" y="515006"/>
                  <a:pt x="1325406" y="508806"/>
                </a:cubicBezTo>
                <a:cubicBezTo>
                  <a:pt x="1326673" y="502607"/>
                  <a:pt x="1328606" y="498007"/>
                  <a:pt x="1331206" y="495007"/>
                </a:cubicBezTo>
                <a:cubicBezTo>
                  <a:pt x="1333806" y="492007"/>
                  <a:pt x="1337106" y="490508"/>
                  <a:pt x="1341106" y="490508"/>
                </a:cubicBezTo>
                <a:close/>
                <a:moveTo>
                  <a:pt x="1341106" y="450710"/>
                </a:moveTo>
                <a:cubicBezTo>
                  <a:pt x="1328840" y="450710"/>
                  <a:pt x="1317840" y="453110"/>
                  <a:pt x="1308108" y="457910"/>
                </a:cubicBezTo>
                <a:cubicBezTo>
                  <a:pt x="1298375" y="462709"/>
                  <a:pt x="1290709" y="471042"/>
                  <a:pt x="1285109" y="482908"/>
                </a:cubicBezTo>
                <a:cubicBezTo>
                  <a:pt x="1279509" y="494774"/>
                  <a:pt x="1276709" y="511240"/>
                  <a:pt x="1276709" y="532305"/>
                </a:cubicBezTo>
                <a:cubicBezTo>
                  <a:pt x="1276709" y="553104"/>
                  <a:pt x="1279509" y="569436"/>
                  <a:pt x="1285109" y="581302"/>
                </a:cubicBezTo>
                <a:cubicBezTo>
                  <a:pt x="1290709" y="593168"/>
                  <a:pt x="1298375" y="601534"/>
                  <a:pt x="1308108" y="606400"/>
                </a:cubicBezTo>
                <a:cubicBezTo>
                  <a:pt x="1317840" y="611267"/>
                  <a:pt x="1328840" y="613700"/>
                  <a:pt x="1341106" y="613700"/>
                </a:cubicBezTo>
                <a:cubicBezTo>
                  <a:pt x="1353238" y="613700"/>
                  <a:pt x="1364171" y="611267"/>
                  <a:pt x="1373904" y="606400"/>
                </a:cubicBezTo>
                <a:cubicBezTo>
                  <a:pt x="1383636" y="601534"/>
                  <a:pt x="1391369" y="593235"/>
                  <a:pt x="1397102" y="581502"/>
                </a:cubicBezTo>
                <a:cubicBezTo>
                  <a:pt x="1402835" y="569769"/>
                  <a:pt x="1405702" y="553504"/>
                  <a:pt x="1405702" y="532705"/>
                </a:cubicBezTo>
                <a:cubicBezTo>
                  <a:pt x="1405702" y="511640"/>
                  <a:pt x="1402902" y="495141"/>
                  <a:pt x="1397302" y="483208"/>
                </a:cubicBezTo>
                <a:cubicBezTo>
                  <a:pt x="1391702" y="471275"/>
                  <a:pt x="1384036" y="462876"/>
                  <a:pt x="1374304" y="458010"/>
                </a:cubicBezTo>
                <a:cubicBezTo>
                  <a:pt x="1364571" y="453143"/>
                  <a:pt x="1353505" y="450710"/>
                  <a:pt x="1341106" y="450710"/>
                </a:cubicBezTo>
                <a:close/>
                <a:moveTo>
                  <a:pt x="940391" y="405313"/>
                </a:moveTo>
                <a:cubicBezTo>
                  <a:pt x="947324" y="405313"/>
                  <a:pt x="953423" y="406979"/>
                  <a:pt x="958690" y="410312"/>
                </a:cubicBezTo>
                <a:cubicBezTo>
                  <a:pt x="963956" y="413646"/>
                  <a:pt x="968089" y="419345"/>
                  <a:pt x="971089" y="427411"/>
                </a:cubicBezTo>
                <a:cubicBezTo>
                  <a:pt x="972589" y="431444"/>
                  <a:pt x="973714" y="436252"/>
                  <a:pt x="974464" y="441835"/>
                </a:cubicBezTo>
                <a:lnTo>
                  <a:pt x="974829" y="448036"/>
                </a:lnTo>
                <a:lnTo>
                  <a:pt x="957490" y="456610"/>
                </a:lnTo>
                <a:cubicBezTo>
                  <a:pt x="951157" y="458676"/>
                  <a:pt x="944057" y="459709"/>
                  <a:pt x="936191" y="459709"/>
                </a:cubicBezTo>
                <a:cubicBezTo>
                  <a:pt x="928458" y="459709"/>
                  <a:pt x="921958" y="457443"/>
                  <a:pt x="916692" y="452910"/>
                </a:cubicBezTo>
                <a:cubicBezTo>
                  <a:pt x="911426" y="448377"/>
                  <a:pt x="908793" y="442044"/>
                  <a:pt x="908793" y="433911"/>
                </a:cubicBezTo>
                <a:cubicBezTo>
                  <a:pt x="908793" y="425245"/>
                  <a:pt x="911592" y="418312"/>
                  <a:pt x="917192" y="413112"/>
                </a:cubicBezTo>
                <a:cubicBezTo>
                  <a:pt x="922792" y="407913"/>
                  <a:pt x="930525" y="405313"/>
                  <a:pt x="940391" y="405313"/>
                </a:cubicBezTo>
                <a:close/>
                <a:moveTo>
                  <a:pt x="1143118" y="384714"/>
                </a:moveTo>
                <a:cubicBezTo>
                  <a:pt x="1147117" y="384714"/>
                  <a:pt x="1150450" y="386214"/>
                  <a:pt x="1153117" y="389214"/>
                </a:cubicBezTo>
                <a:cubicBezTo>
                  <a:pt x="1155784" y="392214"/>
                  <a:pt x="1157817" y="396813"/>
                  <a:pt x="1159217" y="403013"/>
                </a:cubicBezTo>
                <a:cubicBezTo>
                  <a:pt x="1160617" y="409212"/>
                  <a:pt x="1161316" y="417179"/>
                  <a:pt x="1161316" y="426911"/>
                </a:cubicBezTo>
                <a:cubicBezTo>
                  <a:pt x="1161316" y="436511"/>
                  <a:pt x="1160617" y="444377"/>
                  <a:pt x="1159217" y="450510"/>
                </a:cubicBezTo>
                <a:cubicBezTo>
                  <a:pt x="1157817" y="456643"/>
                  <a:pt x="1155784" y="461209"/>
                  <a:pt x="1153117" y="464209"/>
                </a:cubicBezTo>
                <a:cubicBezTo>
                  <a:pt x="1150450" y="467209"/>
                  <a:pt x="1147117" y="468709"/>
                  <a:pt x="1143118" y="468709"/>
                </a:cubicBezTo>
                <a:cubicBezTo>
                  <a:pt x="1139384" y="468709"/>
                  <a:pt x="1136218" y="467209"/>
                  <a:pt x="1133618" y="464209"/>
                </a:cubicBezTo>
                <a:cubicBezTo>
                  <a:pt x="1131018" y="461209"/>
                  <a:pt x="1129085" y="456643"/>
                  <a:pt x="1127819" y="450510"/>
                </a:cubicBezTo>
                <a:cubicBezTo>
                  <a:pt x="1126552" y="444377"/>
                  <a:pt x="1125919" y="436511"/>
                  <a:pt x="1125919" y="426911"/>
                </a:cubicBezTo>
                <a:cubicBezTo>
                  <a:pt x="1125919" y="417179"/>
                  <a:pt x="1126552" y="409212"/>
                  <a:pt x="1127819" y="403013"/>
                </a:cubicBezTo>
                <a:cubicBezTo>
                  <a:pt x="1129085" y="396813"/>
                  <a:pt x="1131018" y="392214"/>
                  <a:pt x="1133618" y="389214"/>
                </a:cubicBezTo>
                <a:cubicBezTo>
                  <a:pt x="1136218" y="386214"/>
                  <a:pt x="1139384" y="384714"/>
                  <a:pt x="1143118" y="384714"/>
                </a:cubicBezTo>
                <a:close/>
                <a:moveTo>
                  <a:pt x="1296708" y="348716"/>
                </a:moveTo>
                <a:lnTo>
                  <a:pt x="1137118" y="611700"/>
                </a:lnTo>
                <a:lnTo>
                  <a:pt x="1186515" y="611700"/>
                </a:lnTo>
                <a:lnTo>
                  <a:pt x="1346705" y="348716"/>
                </a:lnTo>
                <a:close/>
                <a:moveTo>
                  <a:pt x="1143118" y="345516"/>
                </a:moveTo>
                <a:cubicBezTo>
                  <a:pt x="1130985" y="345516"/>
                  <a:pt x="1120086" y="347950"/>
                  <a:pt x="1110420" y="352816"/>
                </a:cubicBezTo>
                <a:cubicBezTo>
                  <a:pt x="1100754" y="357682"/>
                  <a:pt x="1093088" y="365982"/>
                  <a:pt x="1087421" y="377714"/>
                </a:cubicBezTo>
                <a:cubicBezTo>
                  <a:pt x="1081755" y="389447"/>
                  <a:pt x="1078922" y="405713"/>
                  <a:pt x="1078922" y="426511"/>
                </a:cubicBezTo>
                <a:cubicBezTo>
                  <a:pt x="1078922" y="447710"/>
                  <a:pt x="1081755" y="464276"/>
                  <a:pt x="1087421" y="476208"/>
                </a:cubicBezTo>
                <a:cubicBezTo>
                  <a:pt x="1093088" y="488141"/>
                  <a:pt x="1100754" y="496507"/>
                  <a:pt x="1110420" y="501307"/>
                </a:cubicBezTo>
                <a:cubicBezTo>
                  <a:pt x="1120086" y="506107"/>
                  <a:pt x="1130985" y="508506"/>
                  <a:pt x="1143118" y="508506"/>
                </a:cubicBezTo>
                <a:cubicBezTo>
                  <a:pt x="1155517" y="508506"/>
                  <a:pt x="1166616" y="506107"/>
                  <a:pt x="1176416" y="501307"/>
                </a:cubicBezTo>
                <a:cubicBezTo>
                  <a:pt x="1186215" y="496507"/>
                  <a:pt x="1193981" y="488174"/>
                  <a:pt x="1199714" y="476308"/>
                </a:cubicBezTo>
                <a:cubicBezTo>
                  <a:pt x="1205447" y="464442"/>
                  <a:pt x="1208314" y="447977"/>
                  <a:pt x="1208314" y="426911"/>
                </a:cubicBezTo>
                <a:cubicBezTo>
                  <a:pt x="1208314" y="406113"/>
                  <a:pt x="1205480" y="389814"/>
                  <a:pt x="1199814" y="378014"/>
                </a:cubicBezTo>
                <a:cubicBezTo>
                  <a:pt x="1194148" y="366215"/>
                  <a:pt x="1186415" y="357849"/>
                  <a:pt x="1176616" y="352916"/>
                </a:cubicBezTo>
                <a:cubicBezTo>
                  <a:pt x="1166816" y="347983"/>
                  <a:pt x="1155650" y="345516"/>
                  <a:pt x="1143118" y="345516"/>
                </a:cubicBezTo>
                <a:close/>
                <a:moveTo>
                  <a:pt x="940791" y="345516"/>
                </a:moveTo>
                <a:cubicBezTo>
                  <a:pt x="919325" y="345516"/>
                  <a:pt x="901093" y="349283"/>
                  <a:pt x="886094" y="356816"/>
                </a:cubicBezTo>
                <a:cubicBezTo>
                  <a:pt x="871095" y="364349"/>
                  <a:pt x="859662" y="374748"/>
                  <a:pt x="851796" y="388014"/>
                </a:cubicBezTo>
                <a:cubicBezTo>
                  <a:pt x="843930" y="401280"/>
                  <a:pt x="839997" y="416445"/>
                  <a:pt x="839997" y="433511"/>
                </a:cubicBezTo>
                <a:cubicBezTo>
                  <a:pt x="839997" y="451777"/>
                  <a:pt x="843530" y="467176"/>
                  <a:pt x="850596" y="479708"/>
                </a:cubicBezTo>
                <a:cubicBezTo>
                  <a:pt x="857662" y="492241"/>
                  <a:pt x="867228" y="501674"/>
                  <a:pt x="879294" y="508006"/>
                </a:cubicBezTo>
                <a:cubicBezTo>
                  <a:pt x="891360" y="514339"/>
                  <a:pt x="904860" y="517506"/>
                  <a:pt x="919792" y="517506"/>
                </a:cubicBezTo>
                <a:cubicBezTo>
                  <a:pt x="933791" y="517506"/>
                  <a:pt x="945424" y="515773"/>
                  <a:pt x="954690" y="512306"/>
                </a:cubicBezTo>
                <a:lnTo>
                  <a:pt x="975145" y="501109"/>
                </a:lnTo>
                <a:lnTo>
                  <a:pt x="974995" y="505388"/>
                </a:lnTo>
                <a:cubicBezTo>
                  <a:pt x="973807" y="520949"/>
                  <a:pt x="970839" y="532555"/>
                  <a:pt x="966089" y="540204"/>
                </a:cubicBezTo>
                <a:cubicBezTo>
                  <a:pt x="959756" y="550404"/>
                  <a:pt x="950057" y="555504"/>
                  <a:pt x="936991" y="555504"/>
                </a:cubicBezTo>
                <a:cubicBezTo>
                  <a:pt x="929658" y="555504"/>
                  <a:pt x="923658" y="553970"/>
                  <a:pt x="918992" y="550904"/>
                </a:cubicBezTo>
                <a:cubicBezTo>
                  <a:pt x="914326" y="547837"/>
                  <a:pt x="911059" y="542838"/>
                  <a:pt x="909193" y="535905"/>
                </a:cubicBezTo>
                <a:lnTo>
                  <a:pt x="839997" y="535905"/>
                </a:lnTo>
                <a:cubicBezTo>
                  <a:pt x="842263" y="552170"/>
                  <a:pt x="847263" y="566236"/>
                  <a:pt x="854996" y="578102"/>
                </a:cubicBezTo>
                <a:cubicBezTo>
                  <a:pt x="862729" y="589968"/>
                  <a:pt x="873395" y="599134"/>
                  <a:pt x="886994" y="605601"/>
                </a:cubicBezTo>
                <a:cubicBezTo>
                  <a:pt x="900593" y="612067"/>
                  <a:pt x="917259" y="615300"/>
                  <a:pt x="936991" y="615300"/>
                </a:cubicBezTo>
                <a:cubicBezTo>
                  <a:pt x="958590" y="615300"/>
                  <a:pt x="977788" y="610667"/>
                  <a:pt x="994587" y="601401"/>
                </a:cubicBezTo>
                <a:cubicBezTo>
                  <a:pt x="1011386" y="592135"/>
                  <a:pt x="1024619" y="577302"/>
                  <a:pt x="1034285" y="556903"/>
                </a:cubicBezTo>
                <a:cubicBezTo>
                  <a:pt x="1043951" y="536505"/>
                  <a:pt x="1048784" y="509706"/>
                  <a:pt x="1048784" y="476508"/>
                </a:cubicBezTo>
                <a:cubicBezTo>
                  <a:pt x="1048784" y="445577"/>
                  <a:pt x="1044084" y="420512"/>
                  <a:pt x="1034685" y="401313"/>
                </a:cubicBezTo>
                <a:cubicBezTo>
                  <a:pt x="1025285" y="382114"/>
                  <a:pt x="1012453" y="368015"/>
                  <a:pt x="996187" y="359016"/>
                </a:cubicBezTo>
                <a:cubicBezTo>
                  <a:pt x="979922" y="350016"/>
                  <a:pt x="961456" y="345516"/>
                  <a:pt x="940791" y="345516"/>
                </a:cubicBezTo>
                <a:close/>
                <a:moveTo>
                  <a:pt x="711265" y="345516"/>
                </a:moveTo>
                <a:cubicBezTo>
                  <a:pt x="690466" y="345516"/>
                  <a:pt x="671801" y="350283"/>
                  <a:pt x="655269" y="359816"/>
                </a:cubicBezTo>
                <a:cubicBezTo>
                  <a:pt x="638736" y="369348"/>
                  <a:pt x="625704" y="383914"/>
                  <a:pt x="616171" y="403513"/>
                </a:cubicBezTo>
                <a:cubicBezTo>
                  <a:pt x="606638" y="423112"/>
                  <a:pt x="601872" y="448110"/>
                  <a:pt x="601872" y="478508"/>
                </a:cubicBezTo>
                <a:cubicBezTo>
                  <a:pt x="601872" y="510773"/>
                  <a:pt x="606605" y="536971"/>
                  <a:pt x="616071" y="557103"/>
                </a:cubicBezTo>
                <a:cubicBezTo>
                  <a:pt x="625537" y="577236"/>
                  <a:pt x="638570" y="591968"/>
                  <a:pt x="655169" y="601301"/>
                </a:cubicBezTo>
                <a:cubicBezTo>
                  <a:pt x="671768" y="610634"/>
                  <a:pt x="690733" y="615300"/>
                  <a:pt x="712065" y="615300"/>
                </a:cubicBezTo>
                <a:cubicBezTo>
                  <a:pt x="733797" y="615300"/>
                  <a:pt x="752096" y="611633"/>
                  <a:pt x="766962" y="604301"/>
                </a:cubicBezTo>
                <a:cubicBezTo>
                  <a:pt x="781827" y="596968"/>
                  <a:pt x="793093" y="586602"/>
                  <a:pt x="800760" y="573202"/>
                </a:cubicBezTo>
                <a:cubicBezTo>
                  <a:pt x="808426" y="559803"/>
                  <a:pt x="812259" y="544104"/>
                  <a:pt x="812259" y="526105"/>
                </a:cubicBezTo>
                <a:cubicBezTo>
                  <a:pt x="812259" y="507573"/>
                  <a:pt x="808626" y="492107"/>
                  <a:pt x="801360" y="479708"/>
                </a:cubicBezTo>
                <a:cubicBezTo>
                  <a:pt x="794093" y="467309"/>
                  <a:pt x="784394" y="457943"/>
                  <a:pt x="772261" y="451610"/>
                </a:cubicBezTo>
                <a:cubicBezTo>
                  <a:pt x="760129" y="445277"/>
                  <a:pt x="746596" y="442110"/>
                  <a:pt x="731664" y="442110"/>
                </a:cubicBezTo>
                <a:cubicBezTo>
                  <a:pt x="718598" y="442110"/>
                  <a:pt x="707665" y="443677"/>
                  <a:pt x="698866" y="446810"/>
                </a:cubicBezTo>
                <a:cubicBezTo>
                  <a:pt x="694466" y="448377"/>
                  <a:pt x="690358" y="450243"/>
                  <a:pt x="686542" y="452410"/>
                </a:cubicBezTo>
                <a:lnTo>
                  <a:pt x="676045" y="459755"/>
                </a:lnTo>
                <a:lnTo>
                  <a:pt x="677217" y="448460"/>
                </a:lnTo>
                <a:cubicBezTo>
                  <a:pt x="678650" y="438894"/>
                  <a:pt x="680800" y="430911"/>
                  <a:pt x="683667" y="424512"/>
                </a:cubicBezTo>
                <a:cubicBezTo>
                  <a:pt x="689400" y="411712"/>
                  <a:pt x="698599" y="405313"/>
                  <a:pt x="711265" y="405313"/>
                </a:cubicBezTo>
                <a:cubicBezTo>
                  <a:pt x="718731" y="405313"/>
                  <a:pt x="724631" y="407046"/>
                  <a:pt x="728964" y="410512"/>
                </a:cubicBezTo>
                <a:cubicBezTo>
                  <a:pt x="733297" y="413979"/>
                  <a:pt x="736397" y="419045"/>
                  <a:pt x="738264" y="425711"/>
                </a:cubicBezTo>
                <a:lnTo>
                  <a:pt x="807059" y="425711"/>
                </a:lnTo>
                <a:cubicBezTo>
                  <a:pt x="803993" y="401046"/>
                  <a:pt x="794627" y="381514"/>
                  <a:pt x="778961" y="367115"/>
                </a:cubicBezTo>
                <a:cubicBezTo>
                  <a:pt x="763295" y="352716"/>
                  <a:pt x="740730" y="345516"/>
                  <a:pt x="711265" y="345516"/>
                </a:cubicBezTo>
                <a:close/>
                <a:moveTo>
                  <a:pt x="36176" y="0"/>
                </a:moveTo>
                <a:lnTo>
                  <a:pt x="1972195" y="0"/>
                </a:lnTo>
                <a:cubicBezTo>
                  <a:pt x="1992174" y="0"/>
                  <a:pt x="2008371" y="16197"/>
                  <a:pt x="2008371" y="36176"/>
                </a:cubicBezTo>
                <a:lnTo>
                  <a:pt x="2008371" y="937608"/>
                </a:lnTo>
                <a:cubicBezTo>
                  <a:pt x="2008371" y="957587"/>
                  <a:pt x="1992174" y="973784"/>
                  <a:pt x="1972195" y="973784"/>
                </a:cubicBezTo>
                <a:lnTo>
                  <a:pt x="36176" y="973784"/>
                </a:lnTo>
                <a:cubicBezTo>
                  <a:pt x="16197" y="973784"/>
                  <a:pt x="0" y="957587"/>
                  <a:pt x="0" y="937608"/>
                </a:cubicBezTo>
                <a:lnTo>
                  <a:pt x="0" y="36176"/>
                </a:lnTo>
                <a:cubicBezTo>
                  <a:pt x="0" y="16197"/>
                  <a:pt x="16197" y="0"/>
                  <a:pt x="3617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dirty="0">
              <a:latin typeface="Aptos Black" panose="020F050202020403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E827E0-AF61-7465-8B72-5ACB5494C0A3}"/>
              </a:ext>
            </a:extLst>
          </p:cNvPr>
          <p:cNvSpPr txBox="1"/>
          <p:nvPr/>
        </p:nvSpPr>
        <p:spPr>
          <a:xfrm>
            <a:off x="7572174" y="3690065"/>
            <a:ext cx="2008371" cy="973784"/>
          </a:xfrm>
          <a:custGeom>
            <a:avLst/>
            <a:gdLst/>
            <a:ahLst/>
            <a:cxnLst/>
            <a:rect l="l" t="t" r="r" b="b"/>
            <a:pathLst>
              <a:path w="2008371" h="973784">
                <a:moveTo>
                  <a:pt x="1341106" y="490508"/>
                </a:moveTo>
                <a:cubicBezTo>
                  <a:pt x="1345105" y="490508"/>
                  <a:pt x="1348438" y="492008"/>
                  <a:pt x="1351105" y="495007"/>
                </a:cubicBezTo>
                <a:cubicBezTo>
                  <a:pt x="1353772" y="498007"/>
                  <a:pt x="1355771" y="502607"/>
                  <a:pt x="1357105" y="508807"/>
                </a:cubicBezTo>
                <a:cubicBezTo>
                  <a:pt x="1358438" y="515006"/>
                  <a:pt x="1359104" y="522972"/>
                  <a:pt x="1359104" y="532705"/>
                </a:cubicBezTo>
                <a:cubicBezTo>
                  <a:pt x="1359104" y="542171"/>
                  <a:pt x="1358438" y="550004"/>
                  <a:pt x="1357105" y="556204"/>
                </a:cubicBezTo>
                <a:cubicBezTo>
                  <a:pt x="1355771" y="562403"/>
                  <a:pt x="1353772" y="567003"/>
                  <a:pt x="1351105" y="570003"/>
                </a:cubicBezTo>
                <a:cubicBezTo>
                  <a:pt x="1348438" y="573003"/>
                  <a:pt x="1345105" y="574502"/>
                  <a:pt x="1341106" y="574502"/>
                </a:cubicBezTo>
                <a:cubicBezTo>
                  <a:pt x="1337106" y="574502"/>
                  <a:pt x="1333806" y="573003"/>
                  <a:pt x="1331206" y="570003"/>
                </a:cubicBezTo>
                <a:cubicBezTo>
                  <a:pt x="1328606" y="567003"/>
                  <a:pt x="1326673" y="562403"/>
                  <a:pt x="1325406" y="556204"/>
                </a:cubicBezTo>
                <a:cubicBezTo>
                  <a:pt x="1324140" y="550004"/>
                  <a:pt x="1323507" y="542171"/>
                  <a:pt x="1323507" y="532705"/>
                </a:cubicBezTo>
                <a:cubicBezTo>
                  <a:pt x="1323507" y="522972"/>
                  <a:pt x="1324140" y="515006"/>
                  <a:pt x="1325406" y="508807"/>
                </a:cubicBezTo>
                <a:cubicBezTo>
                  <a:pt x="1326673" y="502607"/>
                  <a:pt x="1328606" y="498007"/>
                  <a:pt x="1331206" y="495007"/>
                </a:cubicBezTo>
                <a:cubicBezTo>
                  <a:pt x="1333806" y="492008"/>
                  <a:pt x="1337106" y="490508"/>
                  <a:pt x="1341106" y="490508"/>
                </a:cubicBezTo>
                <a:close/>
                <a:moveTo>
                  <a:pt x="1341106" y="450710"/>
                </a:moveTo>
                <a:cubicBezTo>
                  <a:pt x="1328840" y="450710"/>
                  <a:pt x="1317840" y="453110"/>
                  <a:pt x="1308108" y="457910"/>
                </a:cubicBezTo>
                <a:cubicBezTo>
                  <a:pt x="1298375" y="462709"/>
                  <a:pt x="1290709" y="471042"/>
                  <a:pt x="1285109" y="482908"/>
                </a:cubicBezTo>
                <a:cubicBezTo>
                  <a:pt x="1279509" y="494774"/>
                  <a:pt x="1276709" y="511240"/>
                  <a:pt x="1276709" y="532305"/>
                </a:cubicBezTo>
                <a:cubicBezTo>
                  <a:pt x="1276709" y="553104"/>
                  <a:pt x="1279509" y="569436"/>
                  <a:pt x="1285109" y="581302"/>
                </a:cubicBezTo>
                <a:cubicBezTo>
                  <a:pt x="1290709" y="593168"/>
                  <a:pt x="1298375" y="601534"/>
                  <a:pt x="1308108" y="606401"/>
                </a:cubicBezTo>
                <a:cubicBezTo>
                  <a:pt x="1317840" y="611267"/>
                  <a:pt x="1328840" y="613700"/>
                  <a:pt x="1341106" y="613700"/>
                </a:cubicBezTo>
                <a:cubicBezTo>
                  <a:pt x="1353238" y="613700"/>
                  <a:pt x="1364171" y="611267"/>
                  <a:pt x="1373904" y="606401"/>
                </a:cubicBezTo>
                <a:cubicBezTo>
                  <a:pt x="1383636" y="601534"/>
                  <a:pt x="1391369" y="593235"/>
                  <a:pt x="1397102" y="581502"/>
                </a:cubicBezTo>
                <a:cubicBezTo>
                  <a:pt x="1402835" y="569769"/>
                  <a:pt x="1405702" y="553504"/>
                  <a:pt x="1405702" y="532705"/>
                </a:cubicBezTo>
                <a:cubicBezTo>
                  <a:pt x="1405702" y="511640"/>
                  <a:pt x="1402902" y="495141"/>
                  <a:pt x="1397302" y="483208"/>
                </a:cubicBezTo>
                <a:cubicBezTo>
                  <a:pt x="1391702" y="471275"/>
                  <a:pt x="1384036" y="462876"/>
                  <a:pt x="1374304" y="458010"/>
                </a:cubicBezTo>
                <a:cubicBezTo>
                  <a:pt x="1364571" y="453143"/>
                  <a:pt x="1353505" y="450710"/>
                  <a:pt x="1341106" y="450710"/>
                </a:cubicBezTo>
                <a:close/>
                <a:moveTo>
                  <a:pt x="707865" y="442111"/>
                </a:moveTo>
                <a:lnTo>
                  <a:pt x="707865" y="509306"/>
                </a:lnTo>
                <a:lnTo>
                  <a:pt x="661668" y="509306"/>
                </a:lnTo>
                <a:close/>
                <a:moveTo>
                  <a:pt x="943590" y="410113"/>
                </a:moveTo>
                <a:cubicBezTo>
                  <a:pt x="947990" y="410113"/>
                  <a:pt x="951857" y="411579"/>
                  <a:pt x="955190" y="414512"/>
                </a:cubicBezTo>
                <a:cubicBezTo>
                  <a:pt x="958523" y="417445"/>
                  <a:pt x="961289" y="421878"/>
                  <a:pt x="963489" y="427811"/>
                </a:cubicBezTo>
                <a:cubicBezTo>
                  <a:pt x="965689" y="433744"/>
                  <a:pt x="967356" y="441077"/>
                  <a:pt x="968489" y="449810"/>
                </a:cubicBezTo>
                <a:cubicBezTo>
                  <a:pt x="969622" y="458543"/>
                  <a:pt x="970189" y="468709"/>
                  <a:pt x="970189" y="480308"/>
                </a:cubicBezTo>
                <a:cubicBezTo>
                  <a:pt x="970189" y="491774"/>
                  <a:pt x="969622" y="501874"/>
                  <a:pt x="968489" y="510606"/>
                </a:cubicBezTo>
                <a:cubicBezTo>
                  <a:pt x="967356" y="519339"/>
                  <a:pt x="965689" y="526672"/>
                  <a:pt x="963489" y="532605"/>
                </a:cubicBezTo>
                <a:cubicBezTo>
                  <a:pt x="961289" y="538538"/>
                  <a:pt x="958523" y="543038"/>
                  <a:pt x="955190" y="546104"/>
                </a:cubicBezTo>
                <a:cubicBezTo>
                  <a:pt x="951857" y="549171"/>
                  <a:pt x="947990" y="550704"/>
                  <a:pt x="943590" y="550704"/>
                </a:cubicBezTo>
                <a:cubicBezTo>
                  <a:pt x="939191" y="550704"/>
                  <a:pt x="935324" y="549171"/>
                  <a:pt x="931991" y="546104"/>
                </a:cubicBezTo>
                <a:cubicBezTo>
                  <a:pt x="928658" y="543038"/>
                  <a:pt x="925892" y="538538"/>
                  <a:pt x="923692" y="532605"/>
                </a:cubicBezTo>
                <a:cubicBezTo>
                  <a:pt x="921492" y="526672"/>
                  <a:pt x="919825" y="519339"/>
                  <a:pt x="918692" y="510606"/>
                </a:cubicBezTo>
                <a:cubicBezTo>
                  <a:pt x="917559" y="501874"/>
                  <a:pt x="916992" y="491774"/>
                  <a:pt x="916992" y="480308"/>
                </a:cubicBezTo>
                <a:cubicBezTo>
                  <a:pt x="916992" y="468709"/>
                  <a:pt x="917559" y="458543"/>
                  <a:pt x="918692" y="449810"/>
                </a:cubicBezTo>
                <a:cubicBezTo>
                  <a:pt x="919825" y="441077"/>
                  <a:pt x="921492" y="433744"/>
                  <a:pt x="923692" y="427811"/>
                </a:cubicBezTo>
                <a:cubicBezTo>
                  <a:pt x="925892" y="421878"/>
                  <a:pt x="928658" y="417445"/>
                  <a:pt x="931991" y="414512"/>
                </a:cubicBezTo>
                <a:cubicBezTo>
                  <a:pt x="935324" y="411579"/>
                  <a:pt x="939191" y="410113"/>
                  <a:pt x="943590" y="410113"/>
                </a:cubicBezTo>
                <a:close/>
                <a:moveTo>
                  <a:pt x="1143118" y="384714"/>
                </a:moveTo>
                <a:cubicBezTo>
                  <a:pt x="1147117" y="384714"/>
                  <a:pt x="1150450" y="386214"/>
                  <a:pt x="1153117" y="389214"/>
                </a:cubicBezTo>
                <a:cubicBezTo>
                  <a:pt x="1155784" y="392214"/>
                  <a:pt x="1157817" y="396813"/>
                  <a:pt x="1159217" y="403013"/>
                </a:cubicBezTo>
                <a:cubicBezTo>
                  <a:pt x="1160617" y="409213"/>
                  <a:pt x="1161316" y="417179"/>
                  <a:pt x="1161316" y="426912"/>
                </a:cubicBezTo>
                <a:cubicBezTo>
                  <a:pt x="1161316" y="436511"/>
                  <a:pt x="1160617" y="444377"/>
                  <a:pt x="1159217" y="450510"/>
                </a:cubicBezTo>
                <a:cubicBezTo>
                  <a:pt x="1157817" y="456643"/>
                  <a:pt x="1155784" y="461209"/>
                  <a:pt x="1153117" y="464209"/>
                </a:cubicBezTo>
                <a:cubicBezTo>
                  <a:pt x="1150450" y="467209"/>
                  <a:pt x="1147117" y="468709"/>
                  <a:pt x="1143118" y="468709"/>
                </a:cubicBezTo>
                <a:cubicBezTo>
                  <a:pt x="1139384" y="468709"/>
                  <a:pt x="1136218" y="467209"/>
                  <a:pt x="1133618" y="464209"/>
                </a:cubicBezTo>
                <a:cubicBezTo>
                  <a:pt x="1131018" y="461209"/>
                  <a:pt x="1129085" y="456643"/>
                  <a:pt x="1127819" y="450510"/>
                </a:cubicBezTo>
                <a:cubicBezTo>
                  <a:pt x="1126552" y="444377"/>
                  <a:pt x="1125919" y="436511"/>
                  <a:pt x="1125919" y="426912"/>
                </a:cubicBezTo>
                <a:cubicBezTo>
                  <a:pt x="1125919" y="417179"/>
                  <a:pt x="1126552" y="409213"/>
                  <a:pt x="1127819" y="403013"/>
                </a:cubicBezTo>
                <a:cubicBezTo>
                  <a:pt x="1129085" y="396813"/>
                  <a:pt x="1131018" y="392214"/>
                  <a:pt x="1133618" y="389214"/>
                </a:cubicBezTo>
                <a:cubicBezTo>
                  <a:pt x="1136218" y="386214"/>
                  <a:pt x="1139384" y="384714"/>
                  <a:pt x="1143118" y="384714"/>
                </a:cubicBezTo>
                <a:close/>
                <a:moveTo>
                  <a:pt x="706665" y="349116"/>
                </a:moveTo>
                <a:lnTo>
                  <a:pt x="594872" y="507307"/>
                </a:lnTo>
                <a:lnTo>
                  <a:pt x="594872" y="568703"/>
                </a:lnTo>
                <a:lnTo>
                  <a:pt x="705865" y="568703"/>
                </a:lnTo>
                <a:lnTo>
                  <a:pt x="705865" y="611700"/>
                </a:lnTo>
                <a:lnTo>
                  <a:pt x="780061" y="611700"/>
                </a:lnTo>
                <a:lnTo>
                  <a:pt x="780061" y="568703"/>
                </a:lnTo>
                <a:lnTo>
                  <a:pt x="813659" y="568703"/>
                </a:lnTo>
                <a:lnTo>
                  <a:pt x="813659" y="509306"/>
                </a:lnTo>
                <a:lnTo>
                  <a:pt x="780061" y="509306"/>
                </a:lnTo>
                <a:lnTo>
                  <a:pt x="780061" y="349116"/>
                </a:lnTo>
                <a:close/>
                <a:moveTo>
                  <a:pt x="1296708" y="348716"/>
                </a:moveTo>
                <a:lnTo>
                  <a:pt x="1137118" y="611700"/>
                </a:lnTo>
                <a:lnTo>
                  <a:pt x="1186515" y="611700"/>
                </a:lnTo>
                <a:lnTo>
                  <a:pt x="1346705" y="348716"/>
                </a:lnTo>
                <a:close/>
                <a:moveTo>
                  <a:pt x="1143118" y="345516"/>
                </a:moveTo>
                <a:cubicBezTo>
                  <a:pt x="1130985" y="345516"/>
                  <a:pt x="1120086" y="347950"/>
                  <a:pt x="1110420" y="352816"/>
                </a:cubicBezTo>
                <a:cubicBezTo>
                  <a:pt x="1100754" y="357682"/>
                  <a:pt x="1093088" y="365982"/>
                  <a:pt x="1087421" y="377715"/>
                </a:cubicBezTo>
                <a:cubicBezTo>
                  <a:pt x="1081755" y="389447"/>
                  <a:pt x="1078922" y="405713"/>
                  <a:pt x="1078922" y="426512"/>
                </a:cubicBezTo>
                <a:cubicBezTo>
                  <a:pt x="1078922" y="447710"/>
                  <a:pt x="1081755" y="464276"/>
                  <a:pt x="1087421" y="476209"/>
                </a:cubicBezTo>
                <a:cubicBezTo>
                  <a:pt x="1093088" y="488141"/>
                  <a:pt x="1100754" y="496507"/>
                  <a:pt x="1110420" y="501307"/>
                </a:cubicBezTo>
                <a:cubicBezTo>
                  <a:pt x="1120086" y="506107"/>
                  <a:pt x="1130985" y="508507"/>
                  <a:pt x="1143118" y="508507"/>
                </a:cubicBezTo>
                <a:cubicBezTo>
                  <a:pt x="1155517" y="508507"/>
                  <a:pt x="1166616" y="506107"/>
                  <a:pt x="1176416" y="501307"/>
                </a:cubicBezTo>
                <a:cubicBezTo>
                  <a:pt x="1186215" y="496507"/>
                  <a:pt x="1193981" y="488174"/>
                  <a:pt x="1199714" y="476308"/>
                </a:cubicBezTo>
                <a:cubicBezTo>
                  <a:pt x="1205447" y="464443"/>
                  <a:pt x="1208314" y="447977"/>
                  <a:pt x="1208314" y="426912"/>
                </a:cubicBezTo>
                <a:cubicBezTo>
                  <a:pt x="1208314" y="406113"/>
                  <a:pt x="1205480" y="389814"/>
                  <a:pt x="1199814" y="378014"/>
                </a:cubicBezTo>
                <a:cubicBezTo>
                  <a:pt x="1194148" y="366215"/>
                  <a:pt x="1186415" y="357849"/>
                  <a:pt x="1176616" y="352916"/>
                </a:cubicBezTo>
                <a:cubicBezTo>
                  <a:pt x="1166816" y="347983"/>
                  <a:pt x="1155650" y="345516"/>
                  <a:pt x="1143118" y="345516"/>
                </a:cubicBezTo>
                <a:close/>
                <a:moveTo>
                  <a:pt x="943590" y="345516"/>
                </a:moveTo>
                <a:cubicBezTo>
                  <a:pt x="928791" y="345516"/>
                  <a:pt x="915126" y="347916"/>
                  <a:pt x="902593" y="352716"/>
                </a:cubicBezTo>
                <a:cubicBezTo>
                  <a:pt x="890060" y="357516"/>
                  <a:pt x="879161" y="365182"/>
                  <a:pt x="869895" y="375715"/>
                </a:cubicBezTo>
                <a:cubicBezTo>
                  <a:pt x="860629" y="386247"/>
                  <a:pt x="853463" y="400113"/>
                  <a:pt x="848396" y="417312"/>
                </a:cubicBezTo>
                <a:cubicBezTo>
                  <a:pt x="843330" y="434511"/>
                  <a:pt x="840797" y="455510"/>
                  <a:pt x="840797" y="480308"/>
                </a:cubicBezTo>
                <a:cubicBezTo>
                  <a:pt x="840797" y="505107"/>
                  <a:pt x="843330" y="526139"/>
                  <a:pt x="848396" y="543404"/>
                </a:cubicBezTo>
                <a:cubicBezTo>
                  <a:pt x="853463" y="560670"/>
                  <a:pt x="860629" y="574569"/>
                  <a:pt x="869895" y="585102"/>
                </a:cubicBezTo>
                <a:cubicBezTo>
                  <a:pt x="879161" y="595635"/>
                  <a:pt x="890060" y="603301"/>
                  <a:pt x="902593" y="608100"/>
                </a:cubicBezTo>
                <a:cubicBezTo>
                  <a:pt x="915126" y="612900"/>
                  <a:pt x="928791" y="615300"/>
                  <a:pt x="943590" y="615300"/>
                </a:cubicBezTo>
                <a:cubicBezTo>
                  <a:pt x="958390" y="615300"/>
                  <a:pt x="972022" y="612900"/>
                  <a:pt x="984488" y="608100"/>
                </a:cubicBezTo>
                <a:cubicBezTo>
                  <a:pt x="996954" y="603301"/>
                  <a:pt x="1007820" y="595635"/>
                  <a:pt x="1017086" y="585102"/>
                </a:cubicBezTo>
                <a:cubicBezTo>
                  <a:pt x="1026352" y="574569"/>
                  <a:pt x="1033552" y="560670"/>
                  <a:pt x="1038685" y="543404"/>
                </a:cubicBezTo>
                <a:cubicBezTo>
                  <a:pt x="1043818" y="526139"/>
                  <a:pt x="1046384" y="505107"/>
                  <a:pt x="1046384" y="480308"/>
                </a:cubicBezTo>
                <a:cubicBezTo>
                  <a:pt x="1046384" y="455510"/>
                  <a:pt x="1043818" y="434511"/>
                  <a:pt x="1038685" y="417312"/>
                </a:cubicBezTo>
                <a:cubicBezTo>
                  <a:pt x="1033552" y="400113"/>
                  <a:pt x="1026352" y="386247"/>
                  <a:pt x="1017086" y="375715"/>
                </a:cubicBezTo>
                <a:cubicBezTo>
                  <a:pt x="1007820" y="365182"/>
                  <a:pt x="996954" y="357516"/>
                  <a:pt x="984488" y="352716"/>
                </a:cubicBezTo>
                <a:cubicBezTo>
                  <a:pt x="972022" y="347916"/>
                  <a:pt x="958390" y="345516"/>
                  <a:pt x="943590" y="345516"/>
                </a:cubicBezTo>
                <a:close/>
                <a:moveTo>
                  <a:pt x="36176" y="0"/>
                </a:moveTo>
                <a:lnTo>
                  <a:pt x="1972195" y="0"/>
                </a:lnTo>
                <a:cubicBezTo>
                  <a:pt x="1992174" y="0"/>
                  <a:pt x="2008371" y="16197"/>
                  <a:pt x="2008371" y="36176"/>
                </a:cubicBezTo>
                <a:lnTo>
                  <a:pt x="2008371" y="937608"/>
                </a:lnTo>
                <a:cubicBezTo>
                  <a:pt x="2008371" y="957587"/>
                  <a:pt x="1992174" y="973784"/>
                  <a:pt x="1972195" y="973784"/>
                </a:cubicBezTo>
                <a:lnTo>
                  <a:pt x="36176" y="973784"/>
                </a:lnTo>
                <a:cubicBezTo>
                  <a:pt x="16197" y="973784"/>
                  <a:pt x="0" y="957587"/>
                  <a:pt x="0" y="937608"/>
                </a:cubicBezTo>
                <a:lnTo>
                  <a:pt x="0" y="36176"/>
                </a:lnTo>
                <a:cubicBezTo>
                  <a:pt x="0" y="16197"/>
                  <a:pt x="16197" y="0"/>
                  <a:pt x="3617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dirty="0">
              <a:latin typeface="Aptos Black" panose="020F0502020204030204" pitchFamily="34" charset="0"/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5707CECB-4BF9-78F8-37DD-56721126F6C3}"/>
              </a:ext>
            </a:extLst>
          </p:cNvPr>
          <p:cNvSpPr txBox="1"/>
          <p:nvPr/>
        </p:nvSpPr>
        <p:spPr>
          <a:xfrm>
            <a:off x="3027925" y="5192376"/>
            <a:ext cx="2214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When the model predicts a price drop/rise its right this percentage</a:t>
            </a: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073AD4CB-160E-D1CA-1532-330E1BE2220A}"/>
              </a:ext>
            </a:extLst>
          </p:cNvPr>
          <p:cNvSpPr txBox="1"/>
          <p:nvPr/>
        </p:nvSpPr>
        <p:spPr>
          <a:xfrm>
            <a:off x="7452715" y="5330875"/>
            <a:ext cx="24151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How good is the model at identifying bearish/bullish days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DABDD8E9-4208-B685-C1B7-2893AACE5F4F}"/>
              </a:ext>
            </a:extLst>
          </p:cNvPr>
          <p:cNvSpPr txBox="1"/>
          <p:nvPr/>
        </p:nvSpPr>
        <p:spPr>
          <a:xfrm>
            <a:off x="9799098" y="2480990"/>
            <a:ext cx="2008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Book Antiqua" panose="02040602050305030304" pitchFamily="18" charset="0"/>
              </a:rPr>
              <a:t>Buying Low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4A16519E-0A04-6903-4BF4-B7B0AEEA5713}"/>
              </a:ext>
            </a:extLst>
          </p:cNvPr>
          <p:cNvSpPr txBox="1"/>
          <p:nvPr/>
        </p:nvSpPr>
        <p:spPr>
          <a:xfrm>
            <a:off x="10034482" y="4013058"/>
            <a:ext cx="1537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Book Antiqua" panose="02040602050305030304" pitchFamily="18" charset="0"/>
              </a:rPr>
              <a:t>Selling High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B1C6472A-EAED-DBAF-2232-1D7E41646AA6}"/>
              </a:ext>
            </a:extLst>
          </p:cNvPr>
          <p:cNvSpPr txBox="1"/>
          <p:nvPr/>
        </p:nvSpPr>
        <p:spPr>
          <a:xfrm>
            <a:off x="5238692" y="5192376"/>
            <a:ext cx="2214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ook Antiqua" panose="02040602050305030304" pitchFamily="18" charset="0"/>
              </a:rPr>
              <a:t>The model captures that percentage of all actual price drops/rises</a:t>
            </a:r>
          </a:p>
        </p:txBody>
      </p:sp>
      <p:pic>
        <p:nvPicPr>
          <p:cNvPr id="1037" name="Graphic 1036" descr="Downward trend graph with solid fill">
            <a:extLst>
              <a:ext uri="{FF2B5EF4-FFF2-40B4-BE49-F238E27FC236}">
                <a16:creationId xmlns:a16="http://schemas.microsoft.com/office/drawing/2014/main" id="{3F4AB1C8-DAAA-3CF6-98D7-7781DFCC19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3488" b="25915"/>
          <a:stretch/>
        </p:blipFill>
        <p:spPr>
          <a:xfrm>
            <a:off x="996016" y="1625516"/>
            <a:ext cx="1671662" cy="161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999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6B70-A42F-CC21-A68E-02B49276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A1EC9D-4219-227A-D0C7-8457ABEB2845}"/>
              </a:ext>
            </a:extLst>
          </p:cNvPr>
          <p:cNvSpPr/>
          <p:nvPr/>
        </p:nvSpPr>
        <p:spPr>
          <a:xfrm rot="10800000">
            <a:off x="6096000" y="0"/>
            <a:ext cx="6096000" cy="6876476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90000"/>
                  <a:alpha val="0"/>
                </a:schemeClr>
              </a:gs>
              <a:gs pos="0">
                <a:schemeClr val="bg1">
                  <a:lumMod val="7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DA4772-4B18-2460-AE17-3135DF543911}"/>
              </a:ext>
            </a:extLst>
          </p:cNvPr>
          <p:cNvSpPr/>
          <p:nvPr/>
        </p:nvSpPr>
        <p:spPr>
          <a:xfrm>
            <a:off x="0" y="733494"/>
            <a:ext cx="2872465" cy="45719"/>
          </a:xfrm>
          <a:prstGeom prst="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3044A6-7FAB-9BA8-BDF2-AEEAABEE9C52}"/>
              </a:ext>
            </a:extLst>
          </p:cNvPr>
          <p:cNvSpPr txBox="1"/>
          <p:nvPr/>
        </p:nvSpPr>
        <p:spPr>
          <a:xfrm>
            <a:off x="878840" y="266699"/>
            <a:ext cx="3362959" cy="44393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>
                <a:latin typeface="Book Antiqua" panose="02040602050305030304" pitchFamily="18" charset="0"/>
                <a:ea typeface="+mj-ea"/>
                <a:cs typeface="+mj-cs"/>
              </a:rPr>
              <a:t>What is next</a:t>
            </a:r>
            <a:endParaRPr lang="en-US" sz="2000" dirty="0">
              <a:latin typeface="Book Antiqua" panose="02040602050305030304" pitchFamily="18" charset="0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6EB0A-535A-9389-BB10-FDD07BD97B95}"/>
              </a:ext>
            </a:extLst>
          </p:cNvPr>
          <p:cNvSpPr txBox="1"/>
          <p:nvPr/>
        </p:nvSpPr>
        <p:spPr>
          <a:xfrm>
            <a:off x="669016" y="3429000"/>
            <a:ext cx="286384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Book Antiqua" panose="02040602050305030304" pitchFamily="18" charset="0"/>
              </a:rPr>
              <a:t>Class Weight Balance</a:t>
            </a:r>
          </a:p>
          <a:p>
            <a:pPr algn="ctr"/>
            <a:endParaRPr lang="en-US" dirty="0">
              <a:latin typeface="Book Antiqua" panose="02040602050305030304" pitchFamily="18" charset="0"/>
            </a:endParaRP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Our model is biased towards bearish.</a:t>
            </a:r>
          </a:p>
          <a:p>
            <a:pPr algn="ctr"/>
            <a:endParaRPr lang="en-US" dirty="0">
              <a:latin typeface="Book Antiqua" panose="02040602050305030304" pitchFamily="18" charset="0"/>
            </a:endParaRP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We are gathering more data to improve the model.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717C92-A67D-44A3-741B-3FDA7A03D6A9}"/>
              </a:ext>
            </a:extLst>
          </p:cNvPr>
          <p:cNvSpPr txBox="1"/>
          <p:nvPr/>
        </p:nvSpPr>
        <p:spPr>
          <a:xfrm>
            <a:off x="4454670" y="3429000"/>
            <a:ext cx="28638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Book Antiqua" panose="02040602050305030304" pitchFamily="18" charset="0"/>
              </a:rPr>
              <a:t>More Robust Modeling</a:t>
            </a:r>
          </a:p>
          <a:p>
            <a:pPr algn="ctr"/>
            <a:endParaRPr lang="en-US" dirty="0">
              <a:latin typeface="Book Antiqua" panose="02040602050305030304" pitchFamily="18" charset="0"/>
            </a:endParaRP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More complex and deeper models.</a:t>
            </a:r>
          </a:p>
          <a:p>
            <a:pPr algn="ctr"/>
            <a:endParaRPr lang="en-US" dirty="0">
              <a:latin typeface="Book Antiqua" panose="02040602050305030304" pitchFamily="18" charset="0"/>
            </a:endParaRP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More layers and inclusion of other algorithms.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FE4394-75A9-5632-879B-2E169C64F034}"/>
              </a:ext>
            </a:extLst>
          </p:cNvPr>
          <p:cNvSpPr txBox="1"/>
          <p:nvPr/>
        </p:nvSpPr>
        <p:spPr>
          <a:xfrm>
            <a:off x="8240324" y="3429000"/>
            <a:ext cx="28638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Book Antiqua" panose="02040602050305030304" pitchFamily="18" charset="0"/>
              </a:rPr>
              <a:t>Feature Engineering</a:t>
            </a:r>
          </a:p>
          <a:p>
            <a:pPr algn="ctr"/>
            <a:endParaRPr lang="en-US" dirty="0">
              <a:latin typeface="Book Antiqua" panose="02040602050305030304" pitchFamily="18" charset="0"/>
            </a:endParaRP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On-chain metrics such as network health, macroeconomic data, hash-rates, transaction flow.</a:t>
            </a:r>
          </a:p>
        </p:txBody>
      </p:sp>
      <p:pic>
        <p:nvPicPr>
          <p:cNvPr id="12" name="Graphic 11" descr="Head with gears with solid fill">
            <a:extLst>
              <a:ext uri="{FF2B5EF4-FFF2-40B4-BE49-F238E27FC236}">
                <a16:creationId xmlns:a16="http://schemas.microsoft.com/office/drawing/2014/main" id="{DF8DCDF8-C379-EED1-4511-EDB17D0BB3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7240" y="221798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Graphic 13" descr="Basic Shapes with solid fill">
            <a:extLst>
              <a:ext uri="{FF2B5EF4-FFF2-40B4-BE49-F238E27FC236}">
                <a16:creationId xmlns:a16="http://schemas.microsoft.com/office/drawing/2014/main" id="{B2CDD170-C658-B931-C00D-66968D8A50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15049" y="221798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Graphic 17" descr="Stacked Rocks with solid fill">
            <a:extLst>
              <a:ext uri="{FF2B5EF4-FFF2-40B4-BE49-F238E27FC236}">
                <a16:creationId xmlns:a16="http://schemas.microsoft.com/office/drawing/2014/main" id="{7ABCF716-B59C-C475-4AE9-EC3FBF7A8F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9432" y="221798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1351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b268d57-2a6f-4e04-b0de-6938583d5ebc}" enabled="0" method="" siteId="{5b268d57-2a6f-4e04-b0de-6938583d5eb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2299</TotalTime>
  <Words>710</Words>
  <Application>Microsoft Office PowerPoint</Application>
  <PresentationFormat>Widescreen</PresentationFormat>
  <Paragraphs>141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Black</vt:lpstr>
      <vt:lpstr>Aptos Display</vt:lpstr>
      <vt:lpstr>Arial</vt:lpstr>
      <vt:lpstr>Book Antiqua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Bueno, Juan Diego</dc:creator>
  <cp:lastModifiedBy>Bueno, Juan Diego</cp:lastModifiedBy>
  <cp:revision>1</cp:revision>
  <dcterms:created xsi:type="dcterms:W3CDTF">2025-11-13T23:34:39Z</dcterms:created>
  <dcterms:modified xsi:type="dcterms:W3CDTF">2025-11-15T13:57:35Z</dcterms:modified>
</cp:coreProperties>
</file>